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70" r:id="rId4"/>
    <p:sldId id="274" r:id="rId5"/>
    <p:sldId id="273" r:id="rId6"/>
    <p:sldId id="275" r:id="rId7"/>
    <p:sldId id="277" r:id="rId8"/>
    <p:sldId id="278" r:id="rId9"/>
    <p:sldId id="266" r:id="rId10"/>
    <p:sldId id="272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DCFF"/>
    <a:srgbClr val="B897F4"/>
    <a:srgbClr val="A0A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952A0A-B408-4FD9-B9AA-80F116314479}" v="60" dt="2026-10-05T14:50:36.3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346" autoAdjust="0"/>
  </p:normalViewPr>
  <p:slideViewPr>
    <p:cSldViewPr snapToGrid="0">
      <p:cViewPr varScale="1">
        <p:scale>
          <a:sx n="117" d="100"/>
          <a:sy n="117" d="100"/>
        </p:scale>
        <p:origin x="446" y="82"/>
      </p:cViewPr>
      <p:guideLst/>
    </p:cSldViewPr>
  </p:slideViewPr>
  <p:notesTextViewPr>
    <p:cViewPr>
      <p:scale>
        <a:sx n="1" d="1"/>
        <a:sy n="1" d="1"/>
      </p:scale>
      <p:origin x="0" y="-331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hao Yang" userId="c856749f286767c3" providerId="LiveId" clId="{E6AE0FD8-102F-4DC0-B617-9CEAC0E3C372}"/>
    <pc:docChg chg="undo custSel addSld delSld modSld sldOrd">
      <pc:chgData name="Xihao Yang" userId="c856749f286767c3" providerId="LiveId" clId="{E6AE0FD8-102F-4DC0-B617-9CEAC0E3C372}" dt="2026-10-05T14:50:35.531" v="1680" actId="20577"/>
      <pc:docMkLst>
        <pc:docMk/>
      </pc:docMkLst>
      <pc:sldChg chg="modSp new mod">
        <pc:chgData name="Xihao Yang" userId="c856749f286767c3" providerId="LiveId" clId="{E6AE0FD8-102F-4DC0-B617-9CEAC0E3C372}" dt="2026-09-27T12:26:00.302" v="53" actId="1076"/>
        <pc:sldMkLst>
          <pc:docMk/>
          <pc:sldMk cId="592369385" sldId="256"/>
        </pc:sldMkLst>
        <pc:spChg chg="mod">
          <ac:chgData name="Xihao Yang" userId="c856749f286767c3" providerId="LiveId" clId="{E6AE0FD8-102F-4DC0-B617-9CEAC0E3C372}" dt="2026-09-27T12:25:55.916" v="52" actId="14100"/>
          <ac:spMkLst>
            <pc:docMk/>
            <pc:sldMk cId="592369385" sldId="256"/>
            <ac:spMk id="2" creationId="{BFE19813-DD01-0A31-56EA-5FE84848E02A}"/>
          </ac:spMkLst>
        </pc:spChg>
        <pc:spChg chg="mod">
          <ac:chgData name="Xihao Yang" userId="c856749f286767c3" providerId="LiveId" clId="{E6AE0FD8-102F-4DC0-B617-9CEAC0E3C372}" dt="2026-09-27T12:26:00.302" v="53" actId="1076"/>
          <ac:spMkLst>
            <pc:docMk/>
            <pc:sldMk cId="592369385" sldId="256"/>
            <ac:spMk id="3" creationId="{8492D6E7-CF93-73BF-A0FE-E5EC84BEF431}"/>
          </ac:spMkLst>
        </pc:spChg>
      </pc:sldChg>
      <pc:sldChg chg="modSp add mod modNotesTx">
        <pc:chgData name="Xihao Yang" userId="c856749f286767c3" providerId="LiveId" clId="{E6AE0FD8-102F-4DC0-B617-9CEAC0E3C372}" dt="2026-10-05T13:46:38.038" v="1645" actId="20577"/>
        <pc:sldMkLst>
          <pc:docMk/>
          <pc:sldMk cId="167327238" sldId="257"/>
        </pc:sldMkLst>
        <pc:spChg chg="mod">
          <ac:chgData name="Xihao Yang" userId="c856749f286767c3" providerId="LiveId" clId="{E6AE0FD8-102F-4DC0-B617-9CEAC0E3C372}" dt="2026-09-28T07:29:05.223" v="80" actId="1076"/>
          <ac:spMkLst>
            <pc:docMk/>
            <pc:sldMk cId="167327238" sldId="257"/>
            <ac:spMk id="2" creationId="{AC966F45-C822-6FFD-5710-139D2D8C6D4A}"/>
          </ac:spMkLst>
        </pc:spChg>
        <pc:spChg chg="mod">
          <ac:chgData name="Xihao Yang" userId="c856749f286767c3" providerId="LiveId" clId="{E6AE0FD8-102F-4DC0-B617-9CEAC0E3C372}" dt="2026-10-05T12:11:50.730" v="1610" actId="20577"/>
          <ac:spMkLst>
            <pc:docMk/>
            <pc:sldMk cId="167327238" sldId="257"/>
            <ac:spMk id="3" creationId="{5C6832E2-5AED-8F86-C14C-7EE4F4FF8D7F}"/>
          </ac:spMkLst>
        </pc:spChg>
      </pc:sldChg>
      <pc:sldChg chg="addSp modSp add del mod">
        <pc:chgData name="Xihao Yang" userId="c856749f286767c3" providerId="LiveId" clId="{E6AE0FD8-102F-4DC0-B617-9CEAC0E3C372}" dt="2026-10-05T12:10:11.630" v="1588" actId="2696"/>
        <pc:sldMkLst>
          <pc:docMk/>
          <pc:sldMk cId="1244421467" sldId="259"/>
        </pc:sldMkLst>
      </pc:sldChg>
      <pc:sldChg chg="addSp delSp modSp add del mod">
        <pc:chgData name="Xihao Yang" userId="c856749f286767c3" providerId="LiveId" clId="{E6AE0FD8-102F-4DC0-B617-9CEAC0E3C372}" dt="2026-10-05T12:10:11.630" v="1588" actId="2696"/>
        <pc:sldMkLst>
          <pc:docMk/>
          <pc:sldMk cId="1894614753" sldId="260"/>
        </pc:sldMkLst>
      </pc:sldChg>
      <pc:sldChg chg="addSp delSp modSp add del mod">
        <pc:chgData name="Xihao Yang" userId="c856749f286767c3" providerId="LiveId" clId="{E6AE0FD8-102F-4DC0-B617-9CEAC0E3C372}" dt="2026-10-05T12:10:11.630" v="1588" actId="2696"/>
        <pc:sldMkLst>
          <pc:docMk/>
          <pc:sldMk cId="2814500811" sldId="261"/>
        </pc:sldMkLst>
      </pc:sldChg>
      <pc:sldChg chg="addSp delSp modSp add del mod">
        <pc:chgData name="Xihao Yang" userId="c856749f286767c3" providerId="LiveId" clId="{E6AE0FD8-102F-4DC0-B617-9CEAC0E3C372}" dt="2026-10-05T12:10:11.630" v="1588" actId="2696"/>
        <pc:sldMkLst>
          <pc:docMk/>
          <pc:sldMk cId="888949287" sldId="262"/>
        </pc:sldMkLst>
      </pc:sldChg>
      <pc:sldChg chg="addSp modSp new del mod">
        <pc:chgData name="Xihao Yang" userId="c856749f286767c3" providerId="LiveId" clId="{E6AE0FD8-102F-4DC0-B617-9CEAC0E3C372}" dt="2026-10-05T12:10:11.630" v="1588" actId="2696"/>
        <pc:sldMkLst>
          <pc:docMk/>
          <pc:sldMk cId="2342688017" sldId="263"/>
        </pc:sldMkLst>
      </pc:sldChg>
      <pc:sldChg chg="addSp delSp modSp new del mod">
        <pc:chgData name="Xihao Yang" userId="c856749f286767c3" providerId="LiveId" clId="{E6AE0FD8-102F-4DC0-B617-9CEAC0E3C372}" dt="2026-10-05T12:10:11.630" v="1588" actId="2696"/>
        <pc:sldMkLst>
          <pc:docMk/>
          <pc:sldMk cId="1384772846" sldId="264"/>
        </pc:sldMkLst>
      </pc:sldChg>
      <pc:sldChg chg="addSp modSp new del mod">
        <pc:chgData name="Xihao Yang" userId="c856749f286767c3" providerId="LiveId" clId="{E6AE0FD8-102F-4DC0-B617-9CEAC0E3C372}" dt="2026-10-05T12:10:11.630" v="1588" actId="2696"/>
        <pc:sldMkLst>
          <pc:docMk/>
          <pc:sldMk cId="4064870657" sldId="265"/>
        </pc:sldMkLst>
      </pc:sldChg>
      <pc:sldChg chg="addSp delSp modSp new mod ord">
        <pc:chgData name="Xihao Yang" userId="c856749f286767c3" providerId="LiveId" clId="{E6AE0FD8-102F-4DC0-B617-9CEAC0E3C372}" dt="2026-10-05T12:19:57.069" v="1625"/>
        <pc:sldMkLst>
          <pc:docMk/>
          <pc:sldMk cId="831045594" sldId="266"/>
        </pc:sldMkLst>
        <pc:spChg chg="mod">
          <ac:chgData name="Xihao Yang" userId="c856749f286767c3" providerId="LiveId" clId="{E6AE0FD8-102F-4DC0-B617-9CEAC0E3C372}" dt="2026-09-29T09:14:37.755" v="977" actId="20577"/>
          <ac:spMkLst>
            <pc:docMk/>
            <pc:sldMk cId="831045594" sldId="266"/>
            <ac:spMk id="2" creationId="{3FA7619D-CBB3-C7F8-61F0-DBEA51DC6B14}"/>
          </ac:spMkLst>
        </pc:spChg>
        <pc:spChg chg="mod">
          <ac:chgData name="Xihao Yang" userId="c856749f286767c3" providerId="LiveId" clId="{E6AE0FD8-102F-4DC0-B617-9CEAC0E3C372}" dt="2026-10-05T12:06:51.541" v="1580" actId="20577"/>
          <ac:spMkLst>
            <pc:docMk/>
            <pc:sldMk cId="831045594" sldId="266"/>
            <ac:spMk id="3" creationId="{A4CDD390-7E49-750A-857D-307606489DCA}"/>
          </ac:spMkLst>
        </pc:spChg>
        <pc:spChg chg="add del mod">
          <ac:chgData name="Xihao Yang" userId="c856749f286767c3" providerId="LiveId" clId="{E6AE0FD8-102F-4DC0-B617-9CEAC0E3C372}" dt="2026-10-05T08:10:48.535" v="1522"/>
          <ac:spMkLst>
            <pc:docMk/>
            <pc:sldMk cId="831045594" sldId="266"/>
            <ac:spMk id="4" creationId="{27101715-3A1E-5C52-5EF5-AD1C2C3C1580}"/>
          </ac:spMkLst>
        </pc:spChg>
        <pc:spChg chg="add del mod">
          <ac:chgData name="Xihao Yang" userId="c856749f286767c3" providerId="LiveId" clId="{E6AE0FD8-102F-4DC0-B617-9CEAC0E3C372}" dt="2026-10-05T08:09:31.932" v="1494" actId="478"/>
          <ac:spMkLst>
            <pc:docMk/>
            <pc:sldMk cId="831045594" sldId="266"/>
            <ac:spMk id="5" creationId="{8D31DB16-762A-91C8-9E9B-77086DA270D5}"/>
          </ac:spMkLst>
        </pc:spChg>
      </pc:sldChg>
      <pc:sldChg chg="modSp add del mod">
        <pc:chgData name="Xihao Yang" userId="c856749f286767c3" providerId="LiveId" clId="{E6AE0FD8-102F-4DC0-B617-9CEAC0E3C372}" dt="2026-10-05T12:10:11.630" v="1588" actId="2696"/>
        <pc:sldMkLst>
          <pc:docMk/>
          <pc:sldMk cId="0" sldId="267"/>
        </pc:sldMkLst>
      </pc:sldChg>
      <pc:sldChg chg="addSp modSp new del mod">
        <pc:chgData name="Xihao Yang" userId="c856749f286767c3" providerId="LiveId" clId="{E6AE0FD8-102F-4DC0-B617-9CEAC0E3C372}" dt="2026-10-05T12:10:11.630" v="1588" actId="2696"/>
        <pc:sldMkLst>
          <pc:docMk/>
          <pc:sldMk cId="4216872335" sldId="268"/>
        </pc:sldMkLst>
      </pc:sldChg>
      <pc:sldChg chg="addSp delSp modSp new del mod">
        <pc:chgData name="Xihao Yang" userId="c856749f286767c3" providerId="LiveId" clId="{E6AE0FD8-102F-4DC0-B617-9CEAC0E3C372}" dt="2026-10-05T12:10:11.630" v="1588" actId="2696"/>
        <pc:sldMkLst>
          <pc:docMk/>
          <pc:sldMk cId="2862285009" sldId="269"/>
        </pc:sldMkLst>
      </pc:sldChg>
      <pc:sldChg chg="addSp modSp new mod modNotesTx">
        <pc:chgData name="Xihao Yang" userId="c856749f286767c3" providerId="LiveId" clId="{E6AE0FD8-102F-4DC0-B617-9CEAC0E3C372}" dt="2026-10-05T14:39:20.555" v="1671" actId="14100"/>
        <pc:sldMkLst>
          <pc:docMk/>
          <pc:sldMk cId="912613430" sldId="270"/>
        </pc:sldMkLst>
        <pc:spChg chg="mod">
          <ac:chgData name="Xihao Yang" userId="c856749f286767c3" providerId="LiveId" clId="{E6AE0FD8-102F-4DC0-B617-9CEAC0E3C372}" dt="2026-10-05T13:44:09.191" v="1635"/>
          <ac:spMkLst>
            <pc:docMk/>
            <pc:sldMk cId="912613430" sldId="270"/>
            <ac:spMk id="2" creationId="{E981AADC-95A8-4518-B6EF-409748D00E19}"/>
          </ac:spMkLst>
        </pc:spChg>
        <pc:spChg chg="mod">
          <ac:chgData name="Xihao Yang" userId="c856749f286767c3" providerId="LiveId" clId="{E6AE0FD8-102F-4DC0-B617-9CEAC0E3C372}" dt="2026-10-05T13:42:18.435" v="1632" actId="14100"/>
          <ac:spMkLst>
            <pc:docMk/>
            <pc:sldMk cId="912613430" sldId="270"/>
            <ac:spMk id="3" creationId="{B08FE0D3-974F-9E4F-E271-A03824FCFAFE}"/>
          </ac:spMkLst>
        </pc:spChg>
        <pc:spChg chg="add mod">
          <ac:chgData name="Xihao Yang" userId="c856749f286767c3" providerId="LiveId" clId="{E6AE0FD8-102F-4DC0-B617-9CEAC0E3C372}" dt="2026-10-05T14:39:20.555" v="1671" actId="14100"/>
          <ac:spMkLst>
            <pc:docMk/>
            <pc:sldMk cId="912613430" sldId="270"/>
            <ac:spMk id="5" creationId="{90A8BC01-3C28-28CB-A9B0-39E451A15CCE}"/>
          </ac:spMkLst>
        </pc:spChg>
      </pc:sldChg>
      <pc:sldChg chg="addSp delSp modSp new del mod ord">
        <pc:chgData name="Xihao Yang" userId="c856749f286767c3" providerId="LiveId" clId="{E6AE0FD8-102F-4DC0-B617-9CEAC0E3C372}" dt="2026-10-05T12:11:57.726" v="1611" actId="2696"/>
        <pc:sldMkLst>
          <pc:docMk/>
          <pc:sldMk cId="2641086441" sldId="271"/>
        </pc:sldMkLst>
      </pc:sldChg>
      <pc:sldChg chg="modSp new mod ord">
        <pc:chgData name="Xihao Yang" userId="c856749f286767c3" providerId="LiveId" clId="{E6AE0FD8-102F-4DC0-B617-9CEAC0E3C372}" dt="2026-10-05T12:19:25.899" v="1619"/>
        <pc:sldMkLst>
          <pc:docMk/>
          <pc:sldMk cId="4022733700" sldId="272"/>
        </pc:sldMkLst>
        <pc:spChg chg="mod">
          <ac:chgData name="Xihao Yang" userId="c856749f286767c3" providerId="LiveId" clId="{E6AE0FD8-102F-4DC0-B617-9CEAC0E3C372}" dt="2026-09-29T05:06:27.663" v="297" actId="1076"/>
          <ac:spMkLst>
            <pc:docMk/>
            <pc:sldMk cId="4022733700" sldId="272"/>
            <ac:spMk id="2" creationId="{B3E06CCB-FD28-1FC7-38FC-AE37BB8F36D7}"/>
          </ac:spMkLst>
        </pc:spChg>
        <pc:spChg chg="mod">
          <ac:chgData name="Xihao Yang" userId="c856749f286767c3" providerId="LiveId" clId="{E6AE0FD8-102F-4DC0-B617-9CEAC0E3C372}" dt="2026-10-05T12:19:25.899" v="1619"/>
          <ac:spMkLst>
            <pc:docMk/>
            <pc:sldMk cId="4022733700" sldId="272"/>
            <ac:spMk id="3" creationId="{CA9F7903-5E01-97A4-774E-27285D56A450}"/>
          </ac:spMkLst>
        </pc:spChg>
      </pc:sldChg>
      <pc:sldChg chg="addSp delSp modSp new mod ord modNotesTx">
        <pc:chgData name="Xihao Yang" userId="c856749f286767c3" providerId="LiveId" clId="{E6AE0FD8-102F-4DC0-B617-9CEAC0E3C372}" dt="2026-10-05T14:50:35.531" v="1680" actId="20577"/>
        <pc:sldMkLst>
          <pc:docMk/>
          <pc:sldMk cId="1356963178" sldId="273"/>
        </pc:sldMkLst>
        <pc:spChg chg="mod">
          <ac:chgData name="Xihao Yang" userId="c856749f286767c3" providerId="LiveId" clId="{E6AE0FD8-102F-4DC0-B617-9CEAC0E3C372}" dt="2026-09-29T08:54:24.013" v="861" actId="1076"/>
          <ac:spMkLst>
            <pc:docMk/>
            <pc:sldMk cId="1356963178" sldId="273"/>
            <ac:spMk id="2" creationId="{03819AEA-EF12-A038-B926-A32CC9F9340A}"/>
          </ac:spMkLst>
        </pc:spChg>
        <pc:spChg chg="add mod">
          <ac:chgData name="Xihao Yang" userId="c856749f286767c3" providerId="LiveId" clId="{E6AE0FD8-102F-4DC0-B617-9CEAC0E3C372}" dt="2026-09-30T08:25:02.700" v="1088" actId="255"/>
          <ac:spMkLst>
            <pc:docMk/>
            <pc:sldMk cId="1356963178" sldId="273"/>
            <ac:spMk id="7" creationId="{746E2F94-FC7D-A08C-DBF7-7084480CE513}"/>
          </ac:spMkLst>
        </pc:spChg>
        <pc:spChg chg="add mod">
          <ac:chgData name="Xihao Yang" userId="c856749f286767c3" providerId="LiveId" clId="{E6AE0FD8-102F-4DC0-B617-9CEAC0E3C372}" dt="2026-09-30T08:16:22.058" v="1065" actId="1076"/>
          <ac:spMkLst>
            <pc:docMk/>
            <pc:sldMk cId="1356963178" sldId="273"/>
            <ac:spMk id="9" creationId="{BA8B9453-BDF9-B8C0-61C6-2F8CE949D9F9}"/>
          </ac:spMkLst>
        </pc:spChg>
        <pc:spChg chg="add mod">
          <ac:chgData name="Xihao Yang" userId="c856749f286767c3" providerId="LiveId" clId="{E6AE0FD8-102F-4DC0-B617-9CEAC0E3C372}" dt="2026-09-30T08:21:10.737" v="1081" actId="1076"/>
          <ac:spMkLst>
            <pc:docMk/>
            <pc:sldMk cId="1356963178" sldId="273"/>
            <ac:spMk id="11" creationId="{AD6840FB-8FAA-BE15-BB8C-2ED2C192A59D}"/>
          </ac:spMkLst>
        </pc:spChg>
        <pc:spChg chg="add mod">
          <ac:chgData name="Xihao Yang" userId="c856749f286767c3" providerId="LiveId" clId="{E6AE0FD8-102F-4DC0-B617-9CEAC0E3C372}" dt="2026-10-05T09:34:37.302" v="1531" actId="2711"/>
          <ac:spMkLst>
            <pc:docMk/>
            <pc:sldMk cId="1356963178" sldId="273"/>
            <ac:spMk id="13" creationId="{0EF24B90-1E65-B538-3BF4-0C7B060DE048}"/>
          </ac:spMkLst>
        </pc:spChg>
        <pc:spChg chg="add mod">
          <ac:chgData name="Xihao Yang" userId="c856749f286767c3" providerId="LiveId" clId="{E6AE0FD8-102F-4DC0-B617-9CEAC0E3C372}" dt="2026-09-30T08:24:02.040" v="1087" actId="14100"/>
          <ac:spMkLst>
            <pc:docMk/>
            <pc:sldMk cId="1356963178" sldId="273"/>
            <ac:spMk id="15" creationId="{3A8046AB-E105-0D3D-000B-0544D695581B}"/>
          </ac:spMkLst>
        </pc:spChg>
        <pc:spChg chg="add mod">
          <ac:chgData name="Xihao Yang" userId="c856749f286767c3" providerId="LiveId" clId="{E6AE0FD8-102F-4DC0-B617-9CEAC0E3C372}" dt="2026-09-30T08:52:20.363" v="1278" actId="1076"/>
          <ac:spMkLst>
            <pc:docMk/>
            <pc:sldMk cId="1356963178" sldId="273"/>
            <ac:spMk id="17" creationId="{16DD92E0-6AF7-709C-FF45-0E9A934B70D5}"/>
          </ac:spMkLst>
        </pc:spChg>
        <pc:spChg chg="add mod">
          <ac:chgData name="Xihao Yang" userId="c856749f286767c3" providerId="LiveId" clId="{E6AE0FD8-102F-4DC0-B617-9CEAC0E3C372}" dt="2026-10-05T14:38:34" v="1667"/>
          <ac:spMkLst>
            <pc:docMk/>
            <pc:sldMk cId="1356963178" sldId="273"/>
            <ac:spMk id="37" creationId="{F05404E3-009A-44F0-7E6C-C122D64FE4D2}"/>
          </ac:spMkLst>
        </pc:spChg>
        <pc:graphicFrameChg chg="add mod modGraphic">
          <ac:chgData name="Xihao Yang" userId="c856749f286767c3" providerId="LiveId" clId="{E6AE0FD8-102F-4DC0-B617-9CEAC0E3C372}" dt="2026-09-30T11:16:48.750" v="1287" actId="14100"/>
          <ac:graphicFrameMkLst>
            <pc:docMk/>
            <pc:sldMk cId="1356963178" sldId="273"/>
            <ac:graphicFrameMk id="31" creationId="{15EA45B7-B497-46AD-3ABC-66321A739393}"/>
          </ac:graphicFrameMkLst>
        </pc:graphicFrameChg>
        <pc:picChg chg="add mod">
          <ac:chgData name="Xihao Yang" userId="c856749f286767c3" providerId="LiveId" clId="{E6AE0FD8-102F-4DC0-B617-9CEAC0E3C372}" dt="2026-09-30T08:41:18.812" v="1261" actId="14100"/>
          <ac:picMkLst>
            <pc:docMk/>
            <pc:sldMk cId="1356963178" sldId="273"/>
            <ac:picMk id="5" creationId="{7799C0C7-D7E3-924B-1688-F812ED705730}"/>
          </ac:picMkLst>
        </pc:picChg>
        <pc:picChg chg="add mod">
          <ac:chgData name="Xihao Yang" userId="c856749f286767c3" providerId="LiveId" clId="{E6AE0FD8-102F-4DC0-B617-9CEAC0E3C372}" dt="2026-09-30T08:53:04.051" v="1285" actId="1076"/>
          <ac:picMkLst>
            <pc:docMk/>
            <pc:sldMk cId="1356963178" sldId="273"/>
            <ac:picMk id="35" creationId="{16AF306F-1810-D22E-6F1F-A31BF9D3DE50}"/>
          </ac:picMkLst>
        </pc:picChg>
      </pc:sldChg>
      <pc:sldChg chg="addSp delSp modSp new mod ord">
        <pc:chgData name="Xihao Yang" userId="c856749f286767c3" providerId="LiveId" clId="{E6AE0FD8-102F-4DC0-B617-9CEAC0E3C372}" dt="2026-10-05T13:46:22.556" v="1644"/>
        <pc:sldMkLst>
          <pc:docMk/>
          <pc:sldMk cId="2914337040" sldId="274"/>
        </pc:sldMkLst>
        <pc:spChg chg="mod">
          <ac:chgData name="Xihao Yang" userId="c856749f286767c3" providerId="LiveId" clId="{E6AE0FD8-102F-4DC0-B617-9CEAC0E3C372}" dt="2026-10-05T13:45:01.039" v="1641"/>
          <ac:spMkLst>
            <pc:docMk/>
            <pc:sldMk cId="2914337040" sldId="274"/>
            <ac:spMk id="2" creationId="{F8AAA0CD-A3CF-37DA-DF2A-D9F3B0EB3F75}"/>
          </ac:spMkLst>
        </pc:spChg>
        <pc:spChg chg="add mod">
          <ac:chgData name="Xihao Yang" userId="c856749f286767c3" providerId="LiveId" clId="{E6AE0FD8-102F-4DC0-B617-9CEAC0E3C372}" dt="2026-10-05T08:00:01.478" v="1471" actId="1076"/>
          <ac:spMkLst>
            <pc:docMk/>
            <pc:sldMk cId="2914337040" sldId="274"/>
            <ac:spMk id="4" creationId="{CE85FCE2-A7DF-5441-295F-B616065AD23A}"/>
          </ac:spMkLst>
        </pc:spChg>
        <pc:spChg chg="add mod">
          <ac:chgData name="Xihao Yang" userId="c856749f286767c3" providerId="LiveId" clId="{E6AE0FD8-102F-4DC0-B617-9CEAC0E3C372}" dt="2026-10-05T08:00:28.826" v="1476" actId="1076"/>
          <ac:spMkLst>
            <pc:docMk/>
            <pc:sldMk cId="2914337040" sldId="274"/>
            <ac:spMk id="19" creationId="{8C327DEF-7839-E82D-2C17-55B93FC78922}"/>
          </ac:spMkLst>
        </pc:spChg>
        <pc:graphicFrameChg chg="add del mod modGraphic">
          <ac:chgData name="Xihao Yang" userId="c856749f286767c3" providerId="LiveId" clId="{E6AE0FD8-102F-4DC0-B617-9CEAC0E3C372}" dt="2026-10-05T08:00:11.633" v="1472" actId="1076"/>
          <ac:graphicFrameMkLst>
            <pc:docMk/>
            <pc:sldMk cId="2914337040" sldId="274"/>
            <ac:graphicFrameMk id="11" creationId="{1927355E-A8D6-BABA-5EF2-66D6C4D0120D}"/>
          </ac:graphicFrameMkLst>
        </pc:graphicFrameChg>
      </pc:sldChg>
      <pc:sldChg chg="addSp delSp modSp new mod">
        <pc:chgData name="Xihao Yang" userId="c856749f286767c3" providerId="LiveId" clId="{E6AE0FD8-102F-4DC0-B617-9CEAC0E3C372}" dt="2026-09-29T12:45:18.575" v="989" actId="20577"/>
        <pc:sldMkLst>
          <pc:docMk/>
          <pc:sldMk cId="1651889013" sldId="275"/>
        </pc:sldMkLst>
        <pc:spChg chg="mod">
          <ac:chgData name="Xihao Yang" userId="c856749f286767c3" providerId="LiveId" clId="{E6AE0FD8-102F-4DC0-B617-9CEAC0E3C372}" dt="2026-09-29T08:55:07.735" v="869" actId="1076"/>
          <ac:spMkLst>
            <pc:docMk/>
            <pc:sldMk cId="1651889013" sldId="275"/>
            <ac:spMk id="2" creationId="{7FEBE29B-5BFF-C604-5F22-2F2BDDFC8E50}"/>
          </ac:spMkLst>
        </pc:spChg>
        <pc:spChg chg="add mod">
          <ac:chgData name="Xihao Yang" userId="c856749f286767c3" providerId="LiveId" clId="{E6AE0FD8-102F-4DC0-B617-9CEAC0E3C372}" dt="2026-09-29T09:08:22.728" v="901" actId="2711"/>
          <ac:spMkLst>
            <pc:docMk/>
            <pc:sldMk cId="1651889013" sldId="275"/>
            <ac:spMk id="8" creationId="{8EADC516-6EF0-D616-1423-22870CD61319}"/>
          </ac:spMkLst>
        </pc:spChg>
        <pc:spChg chg="add mod">
          <ac:chgData name="Xihao Yang" userId="c856749f286767c3" providerId="LiveId" clId="{E6AE0FD8-102F-4DC0-B617-9CEAC0E3C372}" dt="2026-09-29T09:08:18.862" v="900" actId="2711"/>
          <ac:spMkLst>
            <pc:docMk/>
            <pc:sldMk cId="1651889013" sldId="275"/>
            <ac:spMk id="10" creationId="{AEAD03A6-33B7-F01D-DC65-8D304C430968}"/>
          </ac:spMkLst>
        </pc:spChg>
        <pc:graphicFrameChg chg="add mod modGraphic">
          <ac:chgData name="Xihao Yang" userId="c856749f286767c3" providerId="LiveId" clId="{E6AE0FD8-102F-4DC0-B617-9CEAC0E3C372}" dt="2026-09-29T12:45:18.575" v="989" actId="20577"/>
          <ac:graphicFrameMkLst>
            <pc:docMk/>
            <pc:sldMk cId="1651889013" sldId="275"/>
            <ac:graphicFrameMk id="6" creationId="{86691894-3A33-EEBD-088D-B10274CD126F}"/>
          </ac:graphicFrameMkLst>
        </pc:graphicFrameChg>
      </pc:sldChg>
      <pc:sldChg chg="addSp delSp modSp new del mod">
        <pc:chgData name="Xihao Yang" userId="c856749f286767c3" providerId="LiveId" clId="{E6AE0FD8-102F-4DC0-B617-9CEAC0E3C372}" dt="2026-10-05T12:10:11.630" v="1588" actId="2696"/>
        <pc:sldMkLst>
          <pc:docMk/>
          <pc:sldMk cId="530892565" sldId="276"/>
        </pc:sldMkLst>
      </pc:sldChg>
      <pc:sldChg chg="addSp delSp modSp new mod modNotesTx">
        <pc:chgData name="Xihao Yang" userId="c856749f286767c3" providerId="LiveId" clId="{E6AE0FD8-102F-4DC0-B617-9CEAC0E3C372}" dt="2026-10-05T14:50:24.875" v="1677" actId="20577"/>
        <pc:sldMkLst>
          <pc:docMk/>
          <pc:sldMk cId="647021787" sldId="277"/>
        </pc:sldMkLst>
        <pc:spChg chg="mod">
          <ac:chgData name="Xihao Yang" userId="c856749f286767c3" providerId="LiveId" clId="{E6AE0FD8-102F-4DC0-B617-9CEAC0E3C372}" dt="2026-10-05T13:44:35.951" v="1639" actId="20577"/>
          <ac:spMkLst>
            <pc:docMk/>
            <pc:sldMk cId="647021787" sldId="277"/>
            <ac:spMk id="2" creationId="{09C41B41-F545-5BB4-2524-22001F988A99}"/>
          </ac:spMkLst>
        </pc:spChg>
        <pc:spChg chg="del mod">
          <ac:chgData name="Xihao Yang" userId="c856749f286767c3" providerId="LiveId" clId="{E6AE0FD8-102F-4DC0-B617-9CEAC0E3C372}" dt="2026-10-05T07:29:58.309" v="1413" actId="478"/>
          <ac:spMkLst>
            <pc:docMk/>
            <pc:sldMk cId="647021787" sldId="277"/>
            <ac:spMk id="3" creationId="{A7AC61EC-F796-509A-1D82-F1BD2D33AB23}"/>
          </ac:spMkLst>
        </pc:spChg>
        <pc:spChg chg="add del mod">
          <ac:chgData name="Xihao Yang" userId="c856749f286767c3" providerId="LiveId" clId="{E6AE0FD8-102F-4DC0-B617-9CEAC0E3C372}" dt="2026-10-05T08:02:48.885" v="1480" actId="478"/>
          <ac:spMkLst>
            <pc:docMk/>
            <pc:sldMk cId="647021787" sldId="277"/>
            <ac:spMk id="4" creationId="{A180E7CA-A35C-5B75-3010-B442FE6730A9}"/>
          </ac:spMkLst>
        </pc:spChg>
        <pc:spChg chg="add mod">
          <ac:chgData name="Xihao Yang" userId="c856749f286767c3" providerId="LiveId" clId="{E6AE0FD8-102F-4DC0-B617-9CEAC0E3C372}" dt="2026-10-05T08:03:11.917" v="1488" actId="1076"/>
          <ac:spMkLst>
            <pc:docMk/>
            <pc:sldMk cId="647021787" sldId="277"/>
            <ac:spMk id="5" creationId="{13E90517-844B-00F7-124E-8E331E3F66D1}"/>
          </ac:spMkLst>
        </pc:spChg>
        <pc:spChg chg="add del mod">
          <ac:chgData name="Xihao Yang" userId="c856749f286767c3" providerId="LiveId" clId="{E6AE0FD8-102F-4DC0-B617-9CEAC0E3C372}" dt="2026-10-05T07:40:00.030" v="1436" actId="478"/>
          <ac:spMkLst>
            <pc:docMk/>
            <pc:sldMk cId="647021787" sldId="277"/>
            <ac:spMk id="5" creationId="{69BFC43A-97E3-720E-F68B-1EBCD63A2666}"/>
          </ac:spMkLst>
        </pc:spChg>
        <pc:spChg chg="add del mod">
          <ac:chgData name="Xihao Yang" userId="c856749f286767c3" providerId="LiveId" clId="{E6AE0FD8-102F-4DC0-B617-9CEAC0E3C372}" dt="2026-10-05T08:02:50.039" v="1481" actId="478"/>
          <ac:spMkLst>
            <pc:docMk/>
            <pc:sldMk cId="647021787" sldId="277"/>
            <ac:spMk id="7" creationId="{CFA46457-8AD5-34BE-88C1-BA4B6CA387AB}"/>
          </ac:spMkLst>
        </pc:spChg>
        <pc:spChg chg="add mod">
          <ac:chgData name="Xihao Yang" userId="c856749f286767c3" providerId="LiveId" clId="{E6AE0FD8-102F-4DC0-B617-9CEAC0E3C372}" dt="2026-10-05T12:19:41.254" v="1623" actId="20577"/>
          <ac:spMkLst>
            <pc:docMk/>
            <pc:sldMk cId="647021787" sldId="277"/>
            <ac:spMk id="8" creationId="{633A4AC1-B91D-3D6B-AD42-3EAE8038278A}"/>
          </ac:spMkLst>
        </pc:spChg>
        <pc:spChg chg="add mod">
          <ac:chgData name="Xihao Yang" userId="c856749f286767c3" providerId="LiveId" clId="{E6AE0FD8-102F-4DC0-B617-9CEAC0E3C372}" dt="2026-10-05T08:03:33.737" v="1492" actId="2711"/>
          <ac:spMkLst>
            <pc:docMk/>
            <pc:sldMk cId="647021787" sldId="277"/>
            <ac:spMk id="10" creationId="{F599B4A2-D7E6-F948-7183-F0D1C76C82A6}"/>
          </ac:spMkLst>
        </pc:spChg>
      </pc:sldChg>
      <pc:sldChg chg="addSp delSp modSp new mod">
        <pc:chgData name="Xihao Yang" userId="c856749f286767c3" providerId="LiveId" clId="{E6AE0FD8-102F-4DC0-B617-9CEAC0E3C372}" dt="2026-10-05T14:41:53.680" v="1674" actId="113"/>
        <pc:sldMkLst>
          <pc:docMk/>
          <pc:sldMk cId="676924667" sldId="278"/>
        </pc:sldMkLst>
        <pc:spChg chg="mod">
          <ac:chgData name="Xihao Yang" userId="c856749f286767c3" providerId="LiveId" clId="{E6AE0FD8-102F-4DC0-B617-9CEAC0E3C372}" dt="2026-10-05T12:07:08.831" v="1584" actId="14100"/>
          <ac:spMkLst>
            <pc:docMk/>
            <pc:sldMk cId="676924667" sldId="278"/>
            <ac:spMk id="2" creationId="{44082E21-54AC-6D6D-FD78-3C731A4E8469}"/>
          </ac:spMkLst>
        </pc:spChg>
        <pc:spChg chg="del">
          <ac:chgData name="Xihao Yang" userId="c856749f286767c3" providerId="LiveId" clId="{E6AE0FD8-102F-4DC0-B617-9CEAC0E3C372}" dt="2026-10-05T12:01:28.889" v="1559" actId="478"/>
          <ac:spMkLst>
            <pc:docMk/>
            <pc:sldMk cId="676924667" sldId="278"/>
            <ac:spMk id="3" creationId="{CEF9714E-23AC-4F64-544E-EC0BF4539945}"/>
          </ac:spMkLst>
        </pc:spChg>
        <pc:spChg chg="add mod">
          <ac:chgData name="Xihao Yang" userId="c856749f286767c3" providerId="LiveId" clId="{E6AE0FD8-102F-4DC0-B617-9CEAC0E3C372}" dt="2026-10-05T12:07:11.457" v="1585" actId="1076"/>
          <ac:spMkLst>
            <pc:docMk/>
            <pc:sldMk cId="676924667" sldId="278"/>
            <ac:spMk id="5" creationId="{DA92BA94-BEFE-64BF-0D0C-EEB12B12FF52}"/>
          </ac:spMkLst>
        </pc:spChg>
        <pc:spChg chg="add mod">
          <ac:chgData name="Xihao Yang" userId="c856749f286767c3" providerId="LiveId" clId="{E6AE0FD8-102F-4DC0-B617-9CEAC0E3C372}" dt="2026-10-05T12:07:14.435" v="1586" actId="1076"/>
          <ac:spMkLst>
            <pc:docMk/>
            <pc:sldMk cId="676924667" sldId="278"/>
            <ac:spMk id="7" creationId="{C3F0CDF5-CAA4-477D-0FC2-46327324AF90}"/>
          </ac:spMkLst>
        </pc:spChg>
        <pc:spChg chg="add mod">
          <ac:chgData name="Xihao Yang" userId="c856749f286767c3" providerId="LiveId" clId="{E6AE0FD8-102F-4DC0-B617-9CEAC0E3C372}" dt="2026-10-05T14:41:53.680" v="1674" actId="113"/>
          <ac:spMkLst>
            <pc:docMk/>
            <pc:sldMk cId="676924667" sldId="278"/>
            <ac:spMk id="9" creationId="{10BA4C67-ED91-4346-6107-9D47DB7C1944}"/>
          </ac:spMkLst>
        </pc:spChg>
      </pc:sldChg>
      <pc:sldChg chg="modSp new del mod">
        <pc:chgData name="Xihao Yang" userId="c856749f286767c3" providerId="LiveId" clId="{E6AE0FD8-102F-4DC0-B617-9CEAC0E3C372}" dt="2026-10-05T13:45:21.895" v="1642" actId="2696"/>
        <pc:sldMkLst>
          <pc:docMk/>
          <pc:sldMk cId="1909698583" sldId="279"/>
        </pc:sldMkLst>
        <pc:spChg chg="mod">
          <ac:chgData name="Xihao Yang" userId="c856749f286767c3" providerId="LiveId" clId="{E6AE0FD8-102F-4DC0-B617-9CEAC0E3C372}" dt="2026-10-05T13:41:50.475" v="1629" actId="1076"/>
          <ac:spMkLst>
            <pc:docMk/>
            <pc:sldMk cId="1909698583" sldId="279"/>
            <ac:spMk id="2" creationId="{65916E38-72D0-6DD9-CC35-EBE63BAB7B6E}"/>
          </ac:spMkLst>
        </pc:spChg>
        <pc:spChg chg="mod">
          <ac:chgData name="Xihao Yang" userId="c856749f286767c3" providerId="LiveId" clId="{E6AE0FD8-102F-4DC0-B617-9CEAC0E3C372}" dt="2026-10-05T13:41:54.937" v="1630" actId="1076"/>
          <ac:spMkLst>
            <pc:docMk/>
            <pc:sldMk cId="1909698583" sldId="279"/>
            <ac:spMk id="3" creationId="{96F1C026-4C6B-9AAC-F67B-67F4131521A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FE28EA-5338-406E-8361-E3766747DAB1}" type="datetimeFigureOut">
              <a:rPr lang="zh-CN" altLang="en-US" smtClean="0"/>
              <a:t>2026/10/05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10D52-6BD7-4653-8857-90F36719FE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125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Since the previous meeting, I mainly focused on extending the execution-aware experiments.</a:t>
            </a:r>
            <a:br>
              <a:rPr lang="zh-CN" altLang="zh-CN" dirty="0"/>
            </a:br>
            <a:r>
              <a:rPr lang="zh-CN" altLang="zh-CN" dirty="0"/>
              <a:t>First, I extended the execution feasibility experiment to more patches.</a:t>
            </a:r>
            <a:br>
              <a:rPr lang="zh-CN" altLang="zh-CN" dirty="0"/>
            </a:br>
            <a:r>
              <a:rPr lang="zh-CN" altLang="zh-CN"/>
              <a:t>Then, I analyzed the Chart-13 behavior probe and tested whether this process could generalize automatically to unseen patches.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10D52-6BD7-4653-8857-90F36719FEF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6052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By execution-aware evidence, I mean observable runtime behavior related to the patch, such as whether an exception is thrown or not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zh-CN" dirty="0"/>
              <a:t>Now I think the research question is how to obtain patch targeted runtime evidence by mapping patch predicates to controllable inputs. It is still a hypothesis and the current pilot is for the problem characterization and uh. uh Not a final method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10D52-6BD7-4653-8857-90F36719FEF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0467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As you can see, AVATAR removes the validity check in the </a:t>
            </a:r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Range</a:t>
            </a:r>
            <a:r>
              <a:rPr lang="zh-CN" altLang="zh-CN" dirty="0"/>
              <a:t> constructor.</a:t>
            </a:r>
            <a:br>
              <a:rPr lang="zh-CN" altLang="zh-CN" dirty="0"/>
            </a:br>
            <a:r>
              <a:rPr lang="zh-CN" altLang="zh-CN" dirty="0"/>
              <a:t>I manually add an additional probe input, </a:t>
            </a:r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 Range(2.0, 1.0)</a:t>
            </a:r>
            <a:r>
              <a:rPr lang="zh-CN" altLang="zh-CN" dirty="0"/>
              <a:t>.</a:t>
            </a:r>
            <a:br>
              <a:rPr lang="zh-CN" altLang="zh-CN" dirty="0"/>
            </a:br>
            <a:r>
              <a:rPr lang="zh-CN" altLang="zh-CN" dirty="0"/>
              <a:t>Here, the lower value is greater than the upper value, so in the correct behavior, the constructor should throw an </a:t>
            </a:r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IllegalArgumentException</a:t>
            </a:r>
            <a:r>
              <a:rPr lang="zh-CN" altLang="zh-CN" dirty="0"/>
              <a:t>.</a:t>
            </a:r>
            <a:br>
              <a:rPr lang="zh-CN" altLang="zh-CN" dirty="0"/>
            </a:br>
            <a:r>
              <a:rPr lang="zh-CN" altLang="zh-CN" dirty="0"/>
              <a:t>However, with the AVATAR patch, the constructor returns normally and no exception is thrown.</a:t>
            </a:r>
            <a:br>
              <a:rPr lang="zh-CN" altLang="zh-CN" dirty="0"/>
            </a:br>
            <a:r>
              <a:rPr lang="zh-CN" altLang="zh-CN" dirty="0"/>
              <a:t>The important point is that the original tests still pass, but this additional execution exposes a behavioral error that the original tests do not detect.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The constructor checks whether </a:t>
            </a:r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lower</a:t>
            </a:r>
            <a:r>
              <a:rPr lang="zh-CN" altLang="zh-CN" dirty="0"/>
              <a:t> is greater than </a:t>
            </a:r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upper</a:t>
            </a:r>
            <a:r>
              <a:rPr lang="zh-CN" altLang="zh-CN" dirty="0"/>
              <a:t>.</a:t>
            </a:r>
            <a:br>
              <a:rPr lang="zh-CN" altLang="zh-CN" dirty="0"/>
            </a:br>
            <a:r>
              <a:rPr lang="zh-CN" altLang="zh-CN" dirty="0"/>
              <a:t>If this condition is true, it should throw an </a:t>
            </a:r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IllegalArgumentException</a:t>
            </a:r>
            <a:r>
              <a:rPr lang="zh-CN" altLang="zh-CN" dirty="0"/>
              <a:t>.</a:t>
            </a: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r>
              <a:rPr lang="zh-CN" altLang="zh-CN" b="1" dirty="0"/>
              <a:t>Q: Isn't this just a manually written test?</a:t>
            </a:r>
            <a:br>
              <a:rPr lang="zh-CN" altLang="zh-CN" dirty="0"/>
            </a:br>
            <a:r>
              <a:rPr lang="zh-CN" altLang="zh-CN" dirty="0"/>
              <a:t>Yes, the Chart-13 probe is manually designed. I use it as a motivating example to verify that additional execution can expose behavior missed by the original tests. </a:t>
            </a:r>
            <a:r>
              <a:rPr lang="zh-CN" altLang="zh-CN"/>
              <a:t>The automation problem is what I am investigating now.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In the correct, or developer, behavior, this input throws an </a:t>
            </a:r>
            <a:r>
              <a:rPr lang="zh-C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IllegalArgumentException</a:t>
            </a:r>
            <a:r>
              <a:rPr lang="zh-CN" altLang="zh-CN" dirty="0"/>
              <a:t>.</a:t>
            </a:r>
            <a:endParaRPr lang="en-US" altLang="zh-CN" dirty="0"/>
          </a:p>
          <a:p>
            <a:r>
              <a:rPr lang="zh-CN" altLang="zh-CN" dirty="0"/>
              <a:t>For this pilot, I use the developer behavior only as a reference for evaluation. It is not an input to the final APCA method.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10D52-6BD7-4653-8857-90F36719FEF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887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b="1" dirty="0"/>
              <a:t>Q: Does 0/6 mean the method does not work?</a:t>
            </a:r>
            <a:br>
              <a:rPr lang="zh-CN" altLang="zh-CN" dirty="0"/>
            </a:br>
            <a:r>
              <a:rPr lang="zh-CN" altLang="zh-CN" dirty="0"/>
              <a:t>The current generator does not generalize yet. The pilot helped me identify that predicate extraction is not enough. The main bottleneck is predicate-to-input mapping.</a:t>
            </a:r>
            <a:br>
              <a:rPr lang="en-US" altLang="zh-CN" dirty="0">
                <a:solidFill>
                  <a:schemeClr val="tx1"/>
                </a:solidFill>
              </a:rPr>
            </a:br>
            <a:br>
              <a:rPr lang="en-US" altLang="zh-CN" dirty="0">
                <a:solidFill>
                  <a:schemeClr val="tx1"/>
                </a:solidFill>
              </a:rPr>
            </a:br>
            <a:r>
              <a:rPr lang="zh-CN" altLang="zh-CN" dirty="0">
                <a:solidFill>
                  <a:schemeClr val="tx1"/>
                </a:solidFill>
              </a:rPr>
              <a:t>A behavior difference does not automatically mean the patch is incorrect. Reversely, correct patches can also change behavior, so I treat it as additional evidence, not a decision rule</a:t>
            </a:r>
            <a:br>
              <a:rPr lang="en-US" altLang="zh-CN" dirty="0">
                <a:solidFill>
                  <a:schemeClr val="tx1"/>
                </a:solidFill>
              </a:rPr>
            </a:br>
            <a:br>
              <a:rPr lang="en-US" altLang="zh-CN" dirty="0">
                <a:solidFill>
                  <a:schemeClr val="tx1"/>
                </a:solidFill>
              </a:rPr>
            </a:br>
            <a:r>
              <a:rPr lang="zh-CN" altLang="zh-CN" dirty="0"/>
              <a:t>I don't claim to outperform fuzzing or symbolic execution. My current goal is to understand whether patch-level predicates can be mapped to controllable inputs at all. This is problem characterization first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10D52-6BD7-4653-8857-90F36719FEF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895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I will first categorize the operand types in the- in the failed cases, and pick one controllable predicate family to support systematic and run the same pilot set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10D52-6BD7-4653-8857-90F36719FEF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9534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C15401-6CB2-56C5-38CF-41517F2802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55AA005-7E49-F8D2-8C4B-1AA2E42C37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1FB062-7648-548E-6097-DE82F1EA4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C1563-03D3-40BD-8E31-7E3213AB9195}" type="datetimeFigureOut">
              <a:rPr lang="zh-CN" altLang="en-US" smtClean="0"/>
              <a:t>2026/10/05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9BE6F3-3015-562F-3CFD-FFE7B0795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F55DC5-B0D4-CAB6-FF2E-0140A3CEF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9AF6-EFC7-4FE4-B3CB-95ED61C68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2545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90A340-1A03-3567-AE7B-B70E42A3C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EA9E72-9D9F-31A9-A601-1AA25DA5E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D4798F-8CA2-2F29-49A2-535F314E0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C1563-03D3-40BD-8E31-7E3213AB9195}" type="datetimeFigureOut">
              <a:rPr lang="zh-CN" altLang="en-US" smtClean="0"/>
              <a:t>2026/10/05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68C1D2-8D9F-054F-8CB3-77CF35777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27F41C-8E20-0938-7B10-36B4C7732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9AF6-EFC7-4FE4-B3CB-95ED61C68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0063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CEE7F7-F5ED-95FA-69A4-3D209F171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97F3C3-71AB-DE2C-A1E4-50E9EC866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50B279-B893-8930-88CC-D7066D3AE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C1563-03D3-40BD-8E31-7E3213AB9195}" type="datetimeFigureOut">
              <a:rPr lang="zh-CN" altLang="en-US" smtClean="0"/>
              <a:t>2026/10/05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67A27F-7EE1-A503-49D4-F372C6650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ADEBFD-A32F-787E-5B3F-D1AFF1DF7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9AF6-EFC7-4FE4-B3CB-95ED61C68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709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2AD941-3E2B-8158-7948-3F8664F49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B3C7EF-C270-C112-C44B-9264EA0384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1E89B1-C79D-B3D0-6DC9-62D70C8FD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8D156C-5FDB-E7A9-F923-014F3572D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C1563-03D3-40BD-8E31-7E3213AB9195}" type="datetimeFigureOut">
              <a:rPr lang="zh-CN" altLang="en-US" smtClean="0"/>
              <a:t>2026/10/05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1751C4-350B-92D7-A346-28443E0F5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86F85D-648E-A076-BFF3-F4FED1E2C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9AF6-EFC7-4FE4-B3CB-95ED61C68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72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54ED54-4731-93E1-5192-D1096AE04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38A36F-53C8-B236-0C95-C85B4CE10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D2505D-B102-E898-C596-2C84F6969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7F2B7C2-98EE-87E7-4E1F-DC7618758B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CA493B8-1E13-6FD4-1D35-861FCC89AC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647C44A-7819-2CE8-0371-1B7E1CA76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C1563-03D3-40BD-8E31-7E3213AB9195}" type="datetimeFigureOut">
              <a:rPr lang="zh-CN" altLang="en-US" smtClean="0"/>
              <a:t>2026/10/05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97031C-0FE2-A59E-A24F-6F2E84DD7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BE05359-A36A-8095-8791-695A1BE64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9AF6-EFC7-4FE4-B3CB-95ED61C68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933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531503-CF38-733A-3B4D-8989A46AD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DAA8B1B-1B21-1D51-4322-DF7FC81AA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C1563-03D3-40BD-8E31-7E3213AB9195}" type="datetimeFigureOut">
              <a:rPr lang="zh-CN" altLang="en-US" smtClean="0"/>
              <a:t>2026/10/05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7D245C-281A-AA4B-6B73-4168D9964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7DA0DB2-09D9-579F-D9D5-9441AC471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9AF6-EFC7-4FE4-B3CB-95ED61C68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5184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BA22E76-1FF1-D2E6-E602-C2495344D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C1563-03D3-40BD-8E31-7E3213AB9195}" type="datetimeFigureOut">
              <a:rPr lang="zh-CN" altLang="en-US" smtClean="0"/>
              <a:t>2026/10/05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A87C0AD-6DAA-95F6-DC32-58863DEC7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F13198-C002-CF89-A4F6-DB40A7FC6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9AF6-EFC7-4FE4-B3CB-95ED61C68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6907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F67037-A53C-EC51-9AAC-4EF021DBC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A4545F-07E9-6AA1-E5ED-ED922C422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18C68F-DBAB-34C1-165B-45C7767ED1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2C8E92-C510-8888-35C3-E8BBC1F4D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C1563-03D3-40BD-8E31-7E3213AB9195}" type="datetimeFigureOut">
              <a:rPr lang="zh-CN" altLang="en-US" smtClean="0"/>
              <a:t>2026/10/05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26003D-CB8B-9D9B-B846-4A8AA60F4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56CE8F-EA09-EF7F-FFD5-BF6D8BF29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9AF6-EFC7-4FE4-B3CB-95ED61C68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7632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ACA610-1847-EE73-156E-01035067E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C65CD2-F69E-8D0E-AD27-A5EFE801A9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4F49E8-910F-AA11-8449-0A508F345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D1EA26-8AAE-2880-0A68-E460855E6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C1563-03D3-40BD-8E31-7E3213AB9195}" type="datetimeFigureOut">
              <a:rPr lang="zh-CN" altLang="en-US" smtClean="0"/>
              <a:t>2026/10/05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ED04FD-F79D-47FA-9FD7-6E1C228B4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573FA2-AFD0-9E1D-B072-FE311304E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9AF6-EFC7-4FE4-B3CB-95ED61C68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782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D0AF65-BE37-D331-6027-01E37DEA5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AB0218-0303-D480-7D54-525826E18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954025-3357-3662-5FDA-475163361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C1563-03D3-40BD-8E31-7E3213AB9195}" type="datetimeFigureOut">
              <a:rPr lang="zh-CN" altLang="en-US" smtClean="0"/>
              <a:t>2026/10/05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29689D-15ED-E8D0-0D55-35FBF7230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FC0B31-EE39-7368-AD83-C80F0FD1C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9AF6-EFC7-4FE4-B3CB-95ED61C68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712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1960652-8E54-D28A-C8C6-E795F3D112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04A00C-5674-3DC5-2790-691B869D9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0E7E9D-A872-AC4D-294B-9C6362E80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C1563-03D3-40BD-8E31-7E3213AB9195}" type="datetimeFigureOut">
              <a:rPr lang="zh-CN" altLang="en-US" smtClean="0"/>
              <a:t>2026/10/05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CCC783-BF0F-18DE-1B11-0A3475157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D1D9B-7583-91EF-A01A-831FC66E7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9AF6-EFC7-4FE4-B3CB-95ED61C68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900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59FFF84-E562-08ED-D76E-7A5657E55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3B50F1-D6B3-AB3E-B841-4874DE4AA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284931-699E-B2A6-E41A-6072A2889A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5C1563-03D3-40BD-8E31-7E3213AB9195}" type="datetimeFigureOut">
              <a:rPr lang="zh-CN" altLang="en-US" smtClean="0"/>
              <a:t>2026/10/05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52862D-BF9B-365C-DAE2-D50311494B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D995B9-4458-EC14-2CC0-19D1621594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999AF6-EFC7-4FE4-B3CB-95ED61C687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6769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E19813-DD01-0A31-56EA-5FE84848E0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7371" y="2632541"/>
            <a:ext cx="8990629" cy="877422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Progress Report</a:t>
            </a:r>
            <a:endParaRPr lang="zh-CN" altLang="en-US" dirty="0">
              <a:latin typeface="Cambria" panose="02040503050406030204" pitchFamily="18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492D6E7-CF93-73BF-A0FE-E5EC84BEF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3085" y="3526324"/>
            <a:ext cx="8839201" cy="825005"/>
          </a:xfrm>
        </p:spPr>
        <p:txBody>
          <a:bodyPr>
            <a:normAutofit lnSpcReduction="10000"/>
          </a:bodyPr>
          <a:lstStyle/>
          <a:p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Harrison</a:t>
            </a:r>
          </a:p>
          <a:p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M2-9</a:t>
            </a:r>
            <a:endParaRPr lang="zh-CN" altLang="en-US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2369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247C4-6640-4039-013F-6786C067E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966F45-C822-6FFD-5710-139D2D8C6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1176" y="569230"/>
            <a:ext cx="1705668" cy="627482"/>
          </a:xfrm>
        </p:spPr>
        <p:txBody>
          <a:bodyPr>
            <a:noAutofit/>
          </a:bodyPr>
          <a:lstStyle/>
          <a:p>
            <a:r>
              <a:rPr lang="en-US" altLang="zh-CN" sz="3600" dirty="0">
                <a:latin typeface="Cambria" panose="02040503050406030204" pitchFamily="18" charset="0"/>
                <a:ea typeface="Cambria" panose="02040503050406030204" pitchFamily="18" charset="0"/>
              </a:rPr>
              <a:t>Done</a:t>
            </a:r>
            <a:endParaRPr lang="zh-CN" altLang="en-US" sz="3600" dirty="0">
              <a:latin typeface="Cambria" panose="02040503050406030204" pitchFamily="18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C6832E2-5AED-8F86-C14C-7EE4F4FF8D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605" y="1306954"/>
            <a:ext cx="9273187" cy="3434603"/>
          </a:xfrm>
        </p:spPr>
        <p:txBody>
          <a:bodyPr>
            <a:noAutofit/>
          </a:bodyPr>
          <a:lstStyle/>
          <a:p>
            <a:pPr algn="l"/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1.</a:t>
            </a:r>
            <a:r>
              <a:rPr lang="en-US" altLang="zh-CN" dirty="0">
                <a:latin typeface="Cambria" panose="02040503050406030204" pitchFamily="18" charset="0"/>
              </a:rPr>
              <a:t> Extended execution feasibility experiment to 25 selected patches </a:t>
            </a:r>
            <a:endParaRPr lang="en-US" altLang="zh-C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zh-CN" altLang="zh-CN" dirty="0">
                <a:latin typeface="Cambria" panose="02040503050406030204" pitchFamily="18" charset="0"/>
              </a:rPr>
              <a:t>2.</a:t>
            </a:r>
            <a:r>
              <a:rPr lang="en-US" altLang="zh-CN" dirty="0">
                <a:latin typeface="Cambria" panose="02040503050406030204" pitchFamily="18" charset="0"/>
              </a:rPr>
              <a:t> Analyzed Chart-13 with an additional behavior probe </a:t>
            </a:r>
            <a:endParaRPr lang="en-US" altLang="zh-C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zh-CN" altLang="zh-CN" dirty="0">
                <a:latin typeface="Cambria" panose="02040503050406030204" pitchFamily="18" charset="0"/>
              </a:rPr>
              <a:t>3. </a:t>
            </a:r>
            <a:r>
              <a:rPr lang="en-US" altLang="zh-CN" dirty="0">
                <a:latin typeface="Cambria" panose="02040503050406030204" pitchFamily="18" charset="0"/>
              </a:rPr>
              <a:t>Built Analyzer v0 and Input Generator v0 </a:t>
            </a:r>
            <a:endParaRPr lang="en-US" altLang="zh-C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zh-CN" altLang="zh-CN" dirty="0">
                <a:latin typeface="Cambria" panose="02040503050406030204" pitchFamily="18" charset="0"/>
              </a:rPr>
              <a:t>4. </a:t>
            </a:r>
            <a:r>
              <a:rPr lang="en-US" altLang="zh-CN" dirty="0">
                <a:latin typeface="Cambria" panose="02040503050406030204" pitchFamily="18" charset="0"/>
              </a:rPr>
              <a:t>Conducted a generalization pilot on 10 unseen patches </a:t>
            </a:r>
          </a:p>
          <a:p>
            <a:pPr algn="l"/>
            <a:r>
              <a:rPr lang="en-US" altLang="zh-CN" dirty="0">
                <a:latin typeface="Cambria" panose="02040503050406030204" pitchFamily="18" charset="0"/>
              </a:rPr>
              <a:t>5. Analyzed the current failure modes</a:t>
            </a:r>
          </a:p>
        </p:txBody>
      </p:sp>
    </p:spTree>
    <p:extLst>
      <p:ext uri="{BB962C8B-B14F-4D97-AF65-F5344CB8AC3E}">
        <p14:creationId xmlns:p14="http://schemas.microsoft.com/office/powerpoint/2010/main" val="167327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1AADC-95A8-4518-B6EF-409748D00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38" y="226750"/>
            <a:ext cx="10304958" cy="8328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Cambria" panose="02040503050406030204" pitchFamily="18" charset="0"/>
              </a:rPr>
              <a:t>Current Research Question</a:t>
            </a:r>
            <a:endParaRPr lang="zh-CN" altLang="en-US" sz="3200" dirty="0">
              <a:latin typeface="Cambria" panose="020405030504060302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8FE0D3-974F-9E4F-E271-A03824FCF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0599"/>
            <a:ext cx="10251084" cy="24516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400" b="1" dirty="0">
                <a:latin typeface="Cambria" panose="02040503050406030204" pitchFamily="18" charset="0"/>
              </a:rPr>
              <a:t>Current Direction</a:t>
            </a:r>
            <a:r>
              <a:rPr lang="zh-CN" altLang="zh-CN" sz="2400" dirty="0">
                <a:latin typeface="Cambria" panose="02040503050406030204" pitchFamily="18" charset="0"/>
              </a:rPr>
              <a:t>: Execution-Aware Patch Correctness Assessment</a:t>
            </a:r>
            <a:endParaRPr lang="en-US" altLang="zh-C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zh-CN" altLang="zh-CN" sz="2400" b="1" dirty="0">
                <a:latin typeface="Cambria" panose="02040503050406030204" pitchFamily="18" charset="0"/>
              </a:rPr>
              <a:t>Goal</a:t>
            </a:r>
            <a:r>
              <a:rPr lang="zh-CN" altLang="zh-CN" sz="2400" dirty="0">
                <a:latin typeface="Cambria" panose="02040503050406030204" pitchFamily="18" charset="0"/>
              </a:rPr>
              <a:t>: </a:t>
            </a:r>
            <a:r>
              <a:rPr lang="en-US" altLang="zh-CN" sz="2400" dirty="0">
                <a:latin typeface="Cambria" panose="02040503050406030204" pitchFamily="18" charset="0"/>
              </a:rPr>
              <a:t>Automatically obtain runtime behavioral evidence from plausible patches.</a:t>
            </a:r>
          </a:p>
          <a:p>
            <a:pPr marL="0" indent="0">
              <a:buNone/>
            </a:pPr>
            <a:endParaRPr lang="en-US" altLang="zh-CN" sz="2400" dirty="0">
              <a:latin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latin typeface="Cambria" panose="02040503050406030204" pitchFamily="18" charset="0"/>
              </a:rPr>
              <a:t>Key Question</a:t>
            </a:r>
            <a:r>
              <a:rPr lang="en-US" altLang="zh-CN" sz="2400" dirty="0">
                <a:latin typeface="Cambria" panose="02040503050406030204" pitchFamily="18" charset="0"/>
              </a:rPr>
              <a:t>:</a:t>
            </a:r>
            <a:r>
              <a:rPr lang="zh-CN" altLang="en-US" sz="2400" dirty="0">
                <a:latin typeface="Cambria" panose="02040503050406030204" pitchFamily="18" charset="0"/>
              </a:rPr>
              <a:t> </a:t>
            </a:r>
            <a:r>
              <a:rPr lang="en-US" altLang="zh-CN" sz="2400" dirty="0">
                <a:latin typeface="Cambria" panose="02040503050406030204" pitchFamily="18" charset="0"/>
              </a:rPr>
              <a:t>Can patch changes be automatically translated into execution inputs that expose behavioral differences?</a:t>
            </a:r>
            <a:endParaRPr lang="zh-CN" altLang="en-US" sz="2400" dirty="0">
              <a:latin typeface="Cambria" panose="020405030504060302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A8BC01-3C28-28CB-A9B0-39E451A15CCE}"/>
              </a:ext>
            </a:extLst>
          </p:cNvPr>
          <p:cNvSpPr txBox="1"/>
          <p:nvPr/>
        </p:nvSpPr>
        <p:spPr>
          <a:xfrm>
            <a:off x="4127863" y="3552765"/>
            <a:ext cx="318733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dirty="0">
                <a:latin typeface="Cambria" panose="02040503050406030204" pitchFamily="18" charset="0"/>
              </a:rPr>
              <a:t>Patch </a:t>
            </a:r>
            <a:endParaRPr lang="en-US" altLang="zh-C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zh-CN" altLang="zh-CN" sz="2000" dirty="0">
                <a:latin typeface="Cambria" panose="02040503050406030204" pitchFamily="18" charset="0"/>
              </a:rPr>
              <a:t>↓ </a:t>
            </a:r>
            <a:endParaRPr lang="en-US" altLang="zh-C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zh-CN" altLang="zh-CN" sz="2000" dirty="0">
                <a:latin typeface="Cambria" panose="02040503050406030204" pitchFamily="18" charset="0"/>
              </a:rPr>
              <a:t>Changed Predicate </a:t>
            </a:r>
            <a:endParaRPr lang="en-US" altLang="zh-C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zh-CN" altLang="zh-CN" sz="2000" dirty="0">
                <a:latin typeface="Cambria" panose="02040503050406030204" pitchFamily="18" charset="0"/>
              </a:rPr>
              <a:t>↓ </a:t>
            </a:r>
            <a:endParaRPr lang="en-US" altLang="zh-C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zh-CN" altLang="zh-CN" sz="2000" dirty="0">
                <a:latin typeface="Cambria" panose="02040503050406030204" pitchFamily="18" charset="0"/>
              </a:rPr>
              <a:t>Input Generation </a:t>
            </a:r>
            <a:endParaRPr lang="en-US" altLang="zh-C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zh-CN" altLang="zh-CN" sz="2000" dirty="0">
                <a:latin typeface="Cambria" panose="02040503050406030204" pitchFamily="18" charset="0"/>
              </a:rPr>
              <a:t>↓ </a:t>
            </a:r>
            <a:endParaRPr lang="en-US" altLang="zh-C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zh-CN" altLang="zh-CN" sz="2000" dirty="0">
                <a:latin typeface="Cambria" panose="02040503050406030204" pitchFamily="18" charset="0"/>
              </a:rPr>
              <a:t>Differential Execution </a:t>
            </a:r>
            <a:endParaRPr lang="en-US" altLang="zh-C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zh-CN" altLang="zh-CN" sz="2000" dirty="0">
                <a:latin typeface="Cambria" panose="02040503050406030204" pitchFamily="18" charset="0"/>
              </a:rPr>
              <a:t>↓ </a:t>
            </a:r>
            <a:endParaRPr lang="en-US" altLang="zh-C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zh-CN" altLang="zh-CN" sz="2000" dirty="0">
                <a:latin typeface="Cambria" panose="02040503050406030204" pitchFamily="18" charset="0"/>
              </a:rPr>
              <a:t>Runtime Evidence</a:t>
            </a:r>
            <a:endParaRPr lang="zh-CN" altLang="en-US" sz="20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613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AAA0CD-A3CF-37DA-DF2A-D9F3B0EB3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238"/>
            <a:ext cx="10515600" cy="651597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Cambria" panose="02040503050406030204" pitchFamily="18" charset="0"/>
                <a:ea typeface="Cambria" panose="02040503050406030204" pitchFamily="18" charset="0"/>
              </a:rPr>
              <a:t>Execution Feasibility Pilot</a:t>
            </a:r>
            <a:endParaRPr lang="zh-CN" altLang="en-US" sz="3200" dirty="0">
              <a:latin typeface="Cambria" panose="02040503050406030204" pitchFamily="18" charset="0"/>
            </a:endParaRPr>
          </a:p>
        </p:txBody>
      </p:sp>
      <p:graphicFrame>
        <p:nvGraphicFramePr>
          <p:cNvPr id="11" name="内容占位符 10">
            <a:extLst>
              <a:ext uri="{FF2B5EF4-FFF2-40B4-BE49-F238E27FC236}">
                <a16:creationId xmlns:a16="http://schemas.microsoft.com/office/drawing/2014/main" id="{1927355E-A8D6-BABA-5EF2-66D6C4D012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4019446"/>
              </p:ext>
            </p:extLst>
          </p:nvPr>
        </p:nvGraphicFramePr>
        <p:xfrm>
          <a:off x="957715" y="1624274"/>
          <a:ext cx="10520939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10539">
                  <a:extLst>
                    <a:ext uri="{9D8B030D-6E8A-4147-A177-3AD203B41FA5}">
                      <a16:colId xmlns:a16="http://schemas.microsoft.com/office/drawing/2014/main" val="415380189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297149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669850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b="0" dirty="0">
                          <a:latin typeface="Cambria" panose="02040503050406030204" pitchFamily="18" charset="0"/>
                        </a:rPr>
                        <a:t>Selected</a:t>
                      </a:r>
                      <a:endParaRPr lang="zh-CN" sz="2400" b="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b="0" dirty="0">
                          <a:latin typeface="Cambria" panose="02040503050406030204" pitchFamily="18" charset="0"/>
                        </a:rPr>
                        <a:t>Executable</a:t>
                      </a:r>
                      <a:endParaRPr lang="zh-CN" sz="2400" b="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b="0" dirty="0">
                          <a:latin typeface="Cambria" panose="02040503050406030204" pitchFamily="18" charset="0"/>
                        </a:rPr>
                        <a:t>Plausible</a:t>
                      </a:r>
                      <a:endParaRPr lang="zh-CN" sz="2400" b="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9224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4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 Defects4J projects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b="0" dirty="0">
                          <a:latin typeface="Cambria" panose="02040503050406030204" pitchFamily="18" charset="0"/>
                        </a:rPr>
                        <a:t>25 / 25 checkout </a:t>
                      </a:r>
                      <a:endParaRPr lang="zh-CN" sz="2400" b="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b="0" dirty="0">
                          <a:latin typeface="Cambria" panose="02040503050406030204" pitchFamily="18" charset="0"/>
                        </a:rPr>
                        <a:t>24 / 24 </a:t>
                      </a:r>
                      <a:endParaRPr lang="zh-CN" sz="2400" b="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7619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4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 bugs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b="0" dirty="0">
                          <a:latin typeface="Cambria" panose="02040503050406030204" pitchFamily="18" charset="0"/>
                        </a:rPr>
                        <a:t>24 / 25 apply </a:t>
                      </a:r>
                      <a:endParaRPr lang="zh-CN" sz="2400" b="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b="0" dirty="0">
                          <a:latin typeface="Cambria" panose="02040503050406030204" pitchFamily="18" charset="0"/>
                        </a:rPr>
                        <a:t>pass original tests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6388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4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25 overfitting patches</a:t>
                      </a:r>
                      <a:endParaRPr lang="zh-CN" altLang="en-US" sz="2400" b="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b="0" dirty="0">
                          <a:latin typeface="Cambria" panose="02040503050406030204" pitchFamily="18" charset="0"/>
                        </a:rPr>
                        <a:t>24 / 25 compile </a:t>
                      </a:r>
                      <a:endParaRPr lang="zh-CN" sz="2400" b="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sz="2400" b="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8825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sz="2400" b="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2400" b="0" dirty="0">
                          <a:latin typeface="Cambria" panose="02040503050406030204" pitchFamily="18" charset="0"/>
                        </a:rPr>
                        <a:t>24 / 25 test</a:t>
                      </a:r>
                      <a:endParaRPr lang="zh-CN" altLang="en-US" sz="2400" b="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sz="2400" b="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4690031"/>
                  </a:ext>
                </a:extLst>
              </a:tr>
            </a:tbl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8C327DEF-7839-E82D-2C17-55B93FC78922}"/>
              </a:ext>
            </a:extLst>
          </p:cNvPr>
          <p:cNvSpPr txBox="1"/>
          <p:nvPr/>
        </p:nvSpPr>
        <p:spPr>
          <a:xfrm>
            <a:off x="957715" y="4227749"/>
            <a:ext cx="97133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ambria" panose="02040503050406030204" pitchFamily="18" charset="0"/>
              </a:rPr>
              <a:t>The execution infrastructure is feasible for most selected patches.</a:t>
            </a:r>
            <a:endParaRPr lang="zh-CN" altLang="en-US" sz="2400" dirty="0">
              <a:latin typeface="Cambria" panose="020405030504060302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E85FCE2-A7DF-5441-295F-B616065AD23A}"/>
              </a:ext>
            </a:extLst>
          </p:cNvPr>
          <p:cNvSpPr txBox="1"/>
          <p:nvPr/>
        </p:nvSpPr>
        <p:spPr>
          <a:xfrm>
            <a:off x="891103" y="1071877"/>
            <a:ext cx="60949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>
                <a:latin typeface="Cambria" panose="02040503050406030204" pitchFamily="18" charset="0"/>
              </a:rPr>
              <a:t>25-patch feasibility</a:t>
            </a:r>
            <a:endParaRPr lang="zh-CN" altLang="en-US" sz="24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337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819AEA-EF12-A038-B926-A32CC9F93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0113"/>
            <a:ext cx="10433576" cy="927717"/>
          </a:xfrm>
        </p:spPr>
        <p:txBody>
          <a:bodyPr>
            <a:normAutofit/>
          </a:bodyPr>
          <a:lstStyle/>
          <a:p>
            <a:r>
              <a:rPr lang="zh-CN" altLang="zh-CN" sz="3200" dirty="0">
                <a:latin typeface="Cambria" panose="02040503050406030204" pitchFamily="18" charset="0"/>
              </a:rPr>
              <a:t>Chart-13 Behavior Probe</a:t>
            </a:r>
            <a:endParaRPr lang="zh-CN" altLang="en-US" sz="3200" dirty="0">
              <a:latin typeface="Cambria" panose="020405030504060302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799C0C7-D7E3-924B-1688-F812ED705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4" y="1999116"/>
            <a:ext cx="4740669" cy="148224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46E2F94-FC7D-A08C-DBF7-7084480CE513}"/>
              </a:ext>
            </a:extLst>
          </p:cNvPr>
          <p:cNvSpPr txBox="1"/>
          <p:nvPr/>
        </p:nvSpPr>
        <p:spPr>
          <a:xfrm>
            <a:off x="166527" y="3739471"/>
            <a:ext cx="48247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dirty="0">
                <a:latin typeface="Cambria" panose="02040503050406030204" pitchFamily="18" charset="0"/>
              </a:rPr>
              <a:t>AVATAR removes the validity check.</a:t>
            </a:r>
            <a:endParaRPr lang="zh-CN" altLang="en-US" sz="2000" dirty="0">
              <a:latin typeface="Cambria" panose="020405030504060302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8B9453-BDF9-B8C0-61C6-2F8CE949D9F9}"/>
              </a:ext>
            </a:extLst>
          </p:cNvPr>
          <p:cNvSpPr txBox="1"/>
          <p:nvPr/>
        </p:nvSpPr>
        <p:spPr>
          <a:xfrm>
            <a:off x="166527" y="1421292"/>
            <a:ext cx="60949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dirty="0">
                <a:latin typeface="Cambria" panose="02040503050406030204" pitchFamily="18" charset="0"/>
              </a:rPr>
              <a:t>① Patch Change </a:t>
            </a:r>
            <a:endParaRPr lang="zh-CN" altLang="en-US" sz="2000" dirty="0">
              <a:latin typeface="Cambria" panose="020405030504060302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D6840FB-8FAA-BE15-BB8C-2ED2C192A59D}"/>
              </a:ext>
            </a:extLst>
          </p:cNvPr>
          <p:cNvSpPr txBox="1"/>
          <p:nvPr/>
        </p:nvSpPr>
        <p:spPr>
          <a:xfrm>
            <a:off x="5384968" y="1421292"/>
            <a:ext cx="24934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dirty="0">
                <a:latin typeface="Cambria" panose="02040503050406030204" pitchFamily="18" charset="0"/>
              </a:rPr>
              <a:t>② Probe Input</a:t>
            </a:r>
            <a:endParaRPr lang="zh-CN" altLang="en-US" sz="2000" dirty="0">
              <a:latin typeface="Cambria" panose="020405030504060302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EF24B90-1E65-B538-3BF4-0C7B060DE048}"/>
              </a:ext>
            </a:extLst>
          </p:cNvPr>
          <p:cNvSpPr txBox="1"/>
          <p:nvPr/>
        </p:nvSpPr>
        <p:spPr>
          <a:xfrm>
            <a:off x="509101" y="6057650"/>
            <a:ext cx="8815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latin typeface="Cambria" panose="02040503050406030204" pitchFamily="18" charset="0"/>
              </a:rPr>
              <a:t>The patch is plausible under the original tests, but the additional execution exposes a hidden behavioral error</a:t>
            </a:r>
            <a:r>
              <a:rPr lang="zh-CN" altLang="zh-CN" dirty="0"/>
              <a:t>.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A8046AB-E105-0D3D-000B-0544D695581B}"/>
              </a:ext>
            </a:extLst>
          </p:cNvPr>
          <p:cNvSpPr txBox="1"/>
          <p:nvPr/>
        </p:nvSpPr>
        <p:spPr>
          <a:xfrm>
            <a:off x="8917650" y="1452070"/>
            <a:ext cx="30603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dirty="0">
                <a:latin typeface="Cambria" panose="02040503050406030204" pitchFamily="18" charset="0"/>
              </a:rPr>
              <a:t>③ Observed Behavior</a:t>
            </a:r>
            <a:endParaRPr lang="zh-CN" altLang="en-US" sz="2000" dirty="0">
              <a:latin typeface="Cambria" panose="020405030504060302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6DD92E0-6AF7-709C-FF45-0E9A934B70D5}"/>
              </a:ext>
            </a:extLst>
          </p:cNvPr>
          <p:cNvSpPr txBox="1"/>
          <p:nvPr/>
        </p:nvSpPr>
        <p:spPr>
          <a:xfrm>
            <a:off x="4916843" y="3750458"/>
            <a:ext cx="29615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ambria" panose="02040503050406030204" pitchFamily="18" charset="0"/>
              </a:rPr>
              <a:t>lower (2.0) &gt; upper (1.0)</a:t>
            </a:r>
            <a:endParaRPr lang="zh-CN" altLang="en-US" sz="2000" dirty="0">
              <a:latin typeface="Cambria" panose="02040503050406030204" pitchFamily="18" charset="0"/>
            </a:endParaRPr>
          </a:p>
        </p:txBody>
      </p:sp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15EA45B7-B497-46AD-3ABC-66321A7393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46248"/>
              </p:ext>
            </p:extLst>
          </p:nvPr>
        </p:nvGraphicFramePr>
        <p:xfrm>
          <a:off x="8016949" y="1999116"/>
          <a:ext cx="4175051" cy="15849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91609">
                  <a:extLst>
                    <a:ext uri="{9D8B030D-6E8A-4147-A177-3AD203B41FA5}">
                      <a16:colId xmlns:a16="http://schemas.microsoft.com/office/drawing/2014/main" val="269306589"/>
                    </a:ext>
                  </a:extLst>
                </a:gridCol>
                <a:gridCol w="3083442">
                  <a:extLst>
                    <a:ext uri="{9D8B030D-6E8A-4147-A177-3AD203B41FA5}">
                      <a16:colId xmlns:a16="http://schemas.microsoft.com/office/drawing/2014/main" val="3558882264"/>
                    </a:ext>
                  </a:extLst>
                </a:gridCol>
              </a:tblGrid>
              <a:tr h="359817">
                <a:tc>
                  <a:txBody>
                    <a:bodyPr/>
                    <a:lstStyle/>
                    <a:p>
                      <a:r>
                        <a:rPr lang="zh-CN" altLang="zh-CN" sz="2000" dirty="0">
                          <a:latin typeface="Cambria" panose="02040503050406030204" pitchFamily="18" charset="0"/>
                        </a:rPr>
                        <a:t>Correct</a:t>
                      </a:r>
                      <a:endParaRPr lang="zh-CN" altLang="en-US" sz="2000" dirty="0">
                        <a:latin typeface="Cambria" panose="020405030504060302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000" b="0" dirty="0">
                          <a:latin typeface="Cambria" panose="02040503050406030204" pitchFamily="18" charset="0"/>
                        </a:rPr>
                        <a:t>THROW</a:t>
                      </a:r>
                      <a:endParaRPr lang="zh-CN" altLang="en-US" sz="2000" b="0" dirty="0">
                        <a:latin typeface="Cambria" panose="020405030504060302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459576"/>
                  </a:ext>
                </a:extLst>
              </a:tr>
              <a:tr h="359817">
                <a:tc>
                  <a:txBody>
                    <a:bodyPr/>
                    <a:lstStyle/>
                    <a:p>
                      <a:endParaRPr lang="zh-CN" altLang="en-US" sz="2000" dirty="0">
                        <a:latin typeface="Cambria" panose="02040503050406030204" pitchFamily="18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000" dirty="0">
                          <a:latin typeface="Cambria" panose="02040503050406030204" pitchFamily="18" charset="0"/>
                        </a:rPr>
                        <a:t>IllegalArgumentException</a:t>
                      </a:r>
                      <a:endParaRPr lang="zh-CN" altLang="en-US" sz="2000" dirty="0">
                        <a:latin typeface="Cambria" panose="02040503050406030204" pitchFamily="18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496213"/>
                  </a:ext>
                </a:extLst>
              </a:tr>
              <a:tr h="359817">
                <a:tc>
                  <a:txBody>
                    <a:bodyPr/>
                    <a:lstStyle/>
                    <a:p>
                      <a:r>
                        <a:rPr lang="zh-CN" altLang="zh-CN" sz="2000" dirty="0">
                          <a:latin typeface="Cambria" panose="02040503050406030204" pitchFamily="18" charset="0"/>
                        </a:rPr>
                        <a:t>AVATAR </a:t>
                      </a:r>
                      <a:endParaRPr lang="zh-CN" altLang="en-US" sz="2000" dirty="0">
                        <a:latin typeface="Cambria" panose="02040503050406030204" pitchFamily="18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000" dirty="0">
                          <a:latin typeface="Cambria" panose="02040503050406030204" pitchFamily="18" charset="0"/>
                        </a:rPr>
                        <a:t>RETURN</a:t>
                      </a:r>
                      <a:endParaRPr lang="zh-CN" altLang="en-US" sz="2000" dirty="0">
                        <a:latin typeface="Cambria" panose="020405030504060302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475926"/>
                  </a:ext>
                </a:extLst>
              </a:tr>
              <a:tr h="359817">
                <a:tc>
                  <a:txBody>
                    <a:bodyPr/>
                    <a:lstStyle/>
                    <a:p>
                      <a:endParaRPr lang="zh-CN" altLang="en-US" sz="2000">
                        <a:latin typeface="Cambria" panose="02040503050406030204" pitchFamily="18" charset="0"/>
                      </a:endParaRP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2000" dirty="0">
                          <a:latin typeface="Cambria" panose="02040503050406030204" pitchFamily="18" charset="0"/>
                        </a:rPr>
                        <a:t>No exception</a:t>
                      </a:r>
                      <a:endParaRPr lang="zh-CN" altLang="en-US" sz="2000" dirty="0">
                        <a:latin typeface="Cambria" panose="020405030504060302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35187"/>
                  </a:ext>
                </a:extLst>
              </a:tr>
            </a:tbl>
          </a:graphicData>
        </a:graphic>
      </p:graphicFrame>
      <p:pic>
        <p:nvPicPr>
          <p:cNvPr id="35" name="图片 34">
            <a:extLst>
              <a:ext uri="{FF2B5EF4-FFF2-40B4-BE49-F238E27FC236}">
                <a16:creationId xmlns:a16="http://schemas.microsoft.com/office/drawing/2014/main" id="{16AF306F-1810-D22E-6F1F-A31BF9D3DE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3047" y="2517970"/>
            <a:ext cx="3113902" cy="400110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F05404E3-009A-44F0-7E6C-C122D64FE4D2}"/>
              </a:ext>
            </a:extLst>
          </p:cNvPr>
          <p:cNvSpPr txBox="1"/>
          <p:nvPr/>
        </p:nvSpPr>
        <p:spPr>
          <a:xfrm>
            <a:off x="536727" y="4589928"/>
            <a:ext cx="60995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>
                <a:latin typeface="Cambria" panose="02040503050406030204" pitchFamily="18" charset="0"/>
              </a:rPr>
              <a:t>Original Tests</a:t>
            </a:r>
            <a:r>
              <a:rPr lang="en-US" altLang="zh-CN" sz="1800" dirty="0">
                <a:latin typeface="Cambria" panose="02040503050406030204" pitchFamily="18" charset="0"/>
              </a:rPr>
              <a:t>: </a:t>
            </a:r>
            <a:r>
              <a:rPr lang="zh-CN" altLang="zh-CN" dirty="0">
                <a:latin typeface="Cambria" panose="02040503050406030204" pitchFamily="18" charset="0"/>
              </a:rPr>
              <a:t>PASS</a:t>
            </a:r>
            <a:br>
              <a:rPr lang="en-US" altLang="zh-CN" sz="1800" dirty="0">
                <a:latin typeface="Cambria" panose="02040503050406030204" pitchFamily="18" charset="0"/>
              </a:rPr>
            </a:br>
            <a:r>
              <a:rPr lang="zh-CN" altLang="zh-CN" sz="1800" dirty="0">
                <a:latin typeface="Cambria" panose="02040503050406030204" pitchFamily="18" charset="0"/>
              </a:rPr>
              <a:t>Behavior Probe</a:t>
            </a:r>
            <a:r>
              <a:rPr lang="en-US" altLang="zh-CN" sz="1800" dirty="0">
                <a:latin typeface="Cambria" panose="02040503050406030204" pitchFamily="18" charset="0"/>
              </a:rPr>
              <a:t>: </a:t>
            </a:r>
            <a:r>
              <a:rPr lang="zh-CN" altLang="zh-CN" sz="1800" dirty="0">
                <a:latin typeface="Cambria" panose="02040503050406030204" pitchFamily="18" charset="0"/>
              </a:rPr>
              <a:t>FAIL </a:t>
            </a:r>
            <a:r>
              <a:rPr lang="zh-CN" altLang="zh-CN" dirty="0">
                <a:latin typeface="Cambria" panose="02040503050406030204" pitchFamily="18" charset="0"/>
              </a:rPr>
              <a:t>→</a:t>
            </a:r>
            <a:r>
              <a:rPr lang="zh-CN" altLang="zh-CN" sz="1800" dirty="0">
                <a:latin typeface="Cambria" panose="02040503050406030204" pitchFamily="18" charset="0"/>
              </a:rPr>
              <a:t> No Exception</a:t>
            </a:r>
            <a:endParaRPr lang="zh-CN" altLang="en-US" sz="18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963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EBE29B-5BFF-C604-5F22-2F2BDDFC8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674" y="406465"/>
            <a:ext cx="10614126" cy="549144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Cambria" panose="02040503050406030204" pitchFamily="18" charset="0"/>
                <a:ea typeface="Cambria" panose="02040503050406030204" pitchFamily="18" charset="0"/>
              </a:rPr>
              <a:t>What the Pilot Does / Does Not Show</a:t>
            </a:r>
            <a:endParaRPr lang="zh-CN" altLang="en-US" sz="3200" dirty="0">
              <a:latin typeface="Cambria" panose="020405030504060302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6691894-3A33-EEBD-088D-B10274CD12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632447"/>
              </p:ext>
            </p:extLst>
          </p:nvPr>
        </p:nvGraphicFramePr>
        <p:xfrm>
          <a:off x="948698" y="1212458"/>
          <a:ext cx="6273316" cy="27565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136658">
                  <a:extLst>
                    <a:ext uri="{9D8B030D-6E8A-4147-A177-3AD203B41FA5}">
                      <a16:colId xmlns:a16="http://schemas.microsoft.com/office/drawing/2014/main" val="4200243487"/>
                    </a:ext>
                  </a:extLst>
                </a:gridCol>
                <a:gridCol w="3136658">
                  <a:extLst>
                    <a:ext uri="{9D8B030D-6E8A-4147-A177-3AD203B41FA5}">
                      <a16:colId xmlns:a16="http://schemas.microsoft.com/office/drawing/2014/main" val="786406105"/>
                    </a:ext>
                  </a:extLst>
                </a:gridCol>
              </a:tblGrid>
              <a:tr h="561993">
                <a:tc>
                  <a:txBody>
                    <a:bodyPr/>
                    <a:lstStyle/>
                    <a:p>
                      <a:r>
                        <a:rPr lang="zh-CN" altLang="zh-CN" dirty="0">
                          <a:latin typeface="Cambria" panose="02040503050406030204" pitchFamily="18" charset="0"/>
                        </a:rPr>
                        <a:t>What it shows</a:t>
                      </a:r>
                      <a:endParaRPr lang="zh-CN" altLang="en-US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dirty="0">
                          <a:latin typeface="Cambria" panose="02040503050406030204" pitchFamily="18" charset="0"/>
                        </a:rPr>
                        <a:t>What it does NOT show</a:t>
                      </a:r>
                      <a:endParaRPr lang="zh-CN" altLang="en-US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7960637"/>
                  </a:ext>
                </a:extLst>
              </a:tr>
              <a:tr h="569799">
                <a:tc>
                  <a:txBody>
                    <a:bodyPr/>
                    <a:lstStyle/>
                    <a:p>
                      <a:r>
                        <a:rPr lang="zh-CN" altLang="zh-CN" dirty="0">
                          <a:latin typeface="Cambria" panose="02040503050406030204" pitchFamily="18" charset="0"/>
                        </a:rPr>
                        <a:t> Execution pipeline is feasible</a:t>
                      </a:r>
                      <a:endParaRPr lang="zh-CN" altLang="en-US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dirty="0">
                          <a:latin typeface="Cambria" panose="02040503050406030204" pitchFamily="18" charset="0"/>
                        </a:rPr>
                        <a:t>✗ Execution evidence already solves APCA</a:t>
                      </a:r>
                      <a:endParaRPr lang="zh-CN" altLang="en-US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08678"/>
                  </a:ext>
                </a:extLst>
              </a:tr>
              <a:tr h="569799">
                <a:tc>
                  <a:txBody>
                    <a:bodyPr/>
                    <a:lstStyle/>
                    <a:p>
                      <a:r>
                        <a:rPr lang="zh-CN" altLang="zh-CN" dirty="0">
                          <a:latin typeface="Cambria" panose="02040503050406030204" pitchFamily="18" charset="0"/>
                        </a:rPr>
                        <a:t>✓ Original tests can miss behavioral errors </a:t>
                      </a:r>
                      <a:endParaRPr lang="zh-CN" altLang="en-US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dirty="0">
                          <a:latin typeface="Cambria" panose="02040503050406030204" pitchFamily="18" charset="0"/>
                        </a:rPr>
                        <a:t>✗ One behavior probe generalizes</a:t>
                      </a:r>
                      <a:endParaRPr lang="zh-CN" altLang="en-US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053621"/>
                  </a:ext>
                </a:extLst>
              </a:tr>
              <a:tr h="569799">
                <a:tc>
                  <a:txBody>
                    <a:bodyPr/>
                    <a:lstStyle/>
                    <a:p>
                      <a:r>
                        <a:rPr lang="zh-CN" altLang="zh-CN" dirty="0">
                          <a:latin typeface="Cambria" panose="02040503050406030204" pitchFamily="18" charset="0"/>
                        </a:rPr>
                        <a:t>✓ Runtime differences can provide additional patch-level evidence</a:t>
                      </a:r>
                      <a:endParaRPr lang="zh-CN" altLang="en-US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dirty="0">
                          <a:latin typeface="Cambria" panose="02040503050406030204" pitchFamily="18" charset="0"/>
                        </a:rPr>
                        <a:t>✗ Undetected patches are correct</a:t>
                      </a:r>
                      <a:endParaRPr lang="zh-CN" altLang="en-US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207012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8EADC516-6EF0-D616-1423-22870CD61319}"/>
              </a:ext>
            </a:extLst>
          </p:cNvPr>
          <p:cNvSpPr txBox="1"/>
          <p:nvPr/>
        </p:nvSpPr>
        <p:spPr>
          <a:xfrm>
            <a:off x="948698" y="4516748"/>
            <a:ext cx="60950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latin typeface="Cambria" panose="02040503050406030204" pitchFamily="18" charset="0"/>
              </a:rPr>
              <a:t>Chart-13: 1 / 5 known overfitting patches exposed by this specific probe</a:t>
            </a:r>
            <a:endParaRPr lang="zh-CN" altLang="en-US" dirty="0">
              <a:latin typeface="Cambria" panose="020405030504060302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EAD03A6-33B7-F01D-DC65-8D304C430968}"/>
              </a:ext>
            </a:extLst>
          </p:cNvPr>
          <p:cNvSpPr txBox="1"/>
          <p:nvPr/>
        </p:nvSpPr>
        <p:spPr>
          <a:xfrm>
            <a:off x="948698" y="5387650"/>
            <a:ext cx="60950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latin typeface="Cambria" panose="02040503050406030204" pitchFamily="18" charset="0"/>
              </a:rPr>
              <a:t>The next problem is systematic input selection, not simply executing more patches.</a:t>
            </a:r>
            <a:endParaRPr lang="zh-CN" altLang="en-US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889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C41B41-F545-5BB4-2524-22001F988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190" y="357282"/>
            <a:ext cx="10457567" cy="74601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Cambria" panose="02040503050406030204" pitchFamily="18" charset="0"/>
                <a:ea typeface="Cambria" panose="02040503050406030204" pitchFamily="18" charset="0"/>
              </a:rPr>
              <a:t>Generalization Pilot Results</a:t>
            </a:r>
            <a:endParaRPr lang="zh-CN" altLang="en-US" sz="3200" dirty="0">
              <a:latin typeface="Cambria" panose="020405030504060302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3E90517-844B-00F7-124E-8E331E3F66D1}"/>
              </a:ext>
            </a:extLst>
          </p:cNvPr>
          <p:cNvSpPr txBox="1"/>
          <p:nvPr/>
        </p:nvSpPr>
        <p:spPr>
          <a:xfrm>
            <a:off x="931053" y="1183967"/>
            <a:ext cx="625849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 10 unseen patches</a:t>
            </a:r>
          </a:p>
          <a:p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         ↓</a:t>
            </a:r>
          </a:p>
          <a:p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    Analyzer v0</a:t>
            </a:r>
          </a:p>
          <a:p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         ↓</a:t>
            </a:r>
          </a:p>
          <a:p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      6 / 10</a:t>
            </a:r>
          </a:p>
          <a:p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         ↓</a:t>
            </a:r>
          </a:p>
          <a:p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Input Generator v0</a:t>
            </a:r>
          </a:p>
          <a:p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         ↓</a:t>
            </a:r>
          </a:p>
          <a:p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       0 / 6</a:t>
            </a:r>
            <a:endParaRPr lang="zh-CN" altLang="en-US" sz="2000" dirty="0">
              <a:latin typeface="Cambria" panose="020405030504060302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33A4AC1-B91D-3D6B-AD42-3EAE8038278A}"/>
              </a:ext>
            </a:extLst>
          </p:cNvPr>
          <p:cNvSpPr txBox="1"/>
          <p:nvPr/>
        </p:nvSpPr>
        <p:spPr>
          <a:xfrm>
            <a:off x="1191445" y="4242872"/>
            <a:ext cx="609499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b="1" dirty="0">
                <a:latin typeface="Cambria" panose="02040503050406030204" pitchFamily="18" charset="0"/>
              </a:rPr>
              <a:t>Analyzer</a:t>
            </a:r>
            <a:endParaRPr lang="zh-CN" altLang="zh-CN" dirty="0">
              <a:latin typeface="Cambria" panose="02040503050406030204" pitchFamily="18" charset="0"/>
            </a:endParaRPr>
          </a:p>
          <a:p>
            <a:pPr rtl="0">
              <a:buNone/>
            </a:pPr>
            <a:r>
              <a:rPr lang="zh-CN" altLang="zh-CN" dirty="0">
                <a:latin typeface="Cambria" panose="02040503050406030204" pitchFamily="18" charset="0"/>
              </a:rPr>
              <a:t>6 predicate</a:t>
            </a:r>
            <a:r>
              <a:rPr lang="en-US" altLang="zh-CN" dirty="0">
                <a:latin typeface="Cambria" panose="02040503050406030204" pitchFamily="18" charset="0"/>
              </a:rPr>
              <a:t>s</a:t>
            </a:r>
            <a:r>
              <a:rPr lang="zh-CN" altLang="zh-CN" dirty="0">
                <a:latin typeface="Cambria" panose="02040503050406030204" pitchFamily="18" charset="0"/>
              </a:rPr>
              <a:t> extracted</a:t>
            </a:r>
          </a:p>
          <a:p>
            <a:pPr rtl="0">
              <a:buNone/>
            </a:pPr>
            <a:r>
              <a:rPr lang="zh-CN" altLang="zh-CN" dirty="0">
                <a:latin typeface="Cambria" panose="02040503050406030204" pitchFamily="18" charset="0"/>
              </a:rPr>
              <a:t>4 predicate</a:t>
            </a:r>
            <a:r>
              <a:rPr lang="en-US" altLang="zh-CN" dirty="0">
                <a:latin typeface="Cambria" panose="02040503050406030204" pitchFamily="18" charset="0"/>
              </a:rPr>
              <a:t>s</a:t>
            </a:r>
            <a:r>
              <a:rPr lang="zh-CN" altLang="zh-CN" dirty="0">
                <a:latin typeface="Cambria" panose="02040503050406030204" pitchFamily="18" charset="0"/>
              </a:rPr>
              <a:t> not found</a:t>
            </a:r>
            <a:endParaRPr lang="en-US" altLang="zh-CN" dirty="0">
              <a:latin typeface="Cambria" panose="02040503050406030204" pitchFamily="18" charset="0"/>
            </a:endParaRPr>
          </a:p>
          <a:p>
            <a:pPr rtl="0">
              <a:buNone/>
            </a:pPr>
            <a:endParaRPr lang="zh-CN" altLang="zh-CN" dirty="0">
              <a:latin typeface="Cambria" panose="02040503050406030204" pitchFamily="18" charset="0"/>
            </a:endParaRPr>
          </a:p>
          <a:p>
            <a:pPr>
              <a:buNone/>
            </a:pPr>
            <a:r>
              <a:rPr lang="zh-CN" altLang="zh-CN" b="1" dirty="0">
                <a:latin typeface="Cambria" panose="02040503050406030204" pitchFamily="18" charset="0"/>
              </a:rPr>
              <a:t>Generator</a:t>
            </a:r>
            <a:endParaRPr lang="zh-CN" altLang="zh-CN" dirty="0">
              <a:latin typeface="Cambria" panose="02040503050406030204" pitchFamily="18" charset="0"/>
            </a:endParaRPr>
          </a:p>
          <a:p>
            <a:pPr rtl="0">
              <a:buNone/>
            </a:pPr>
            <a:r>
              <a:rPr lang="zh-CN" altLang="zh-CN" dirty="0">
                <a:latin typeface="Cambria" panose="02040503050406030204" pitchFamily="18" charset="0"/>
              </a:rPr>
              <a:t>6 unsupported</a:t>
            </a:r>
          </a:p>
          <a:p>
            <a:pPr rtl="0">
              <a:buNone/>
            </a:pPr>
            <a:r>
              <a:rPr lang="zh-CN" altLang="zh-CN" dirty="0">
                <a:latin typeface="Cambria" panose="02040503050406030204" pitchFamily="18" charset="0"/>
              </a:rPr>
              <a:t>0 automatic probe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599B4A2-D7E6-F948-7183-F0D1C76C82A6}"/>
              </a:ext>
            </a:extLst>
          </p:cNvPr>
          <p:cNvSpPr txBox="1"/>
          <p:nvPr/>
        </p:nvSpPr>
        <p:spPr>
          <a:xfrm>
            <a:off x="4488734" y="3167125"/>
            <a:ext cx="6094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latin typeface="Cambria" panose="02040503050406030204" pitchFamily="18" charset="0"/>
              </a:rPr>
              <a:t>No manual adaptation to individual patches</a:t>
            </a:r>
            <a:endParaRPr lang="zh-CN" altLang="en-US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021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082E21-54AC-6D6D-FD78-3C731A4E8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310719" cy="767278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Cambria" panose="02040503050406030204" pitchFamily="18" charset="0"/>
                <a:ea typeface="Cambria" panose="02040503050406030204" pitchFamily="18" charset="0"/>
              </a:rPr>
              <a:t>Current Bottleneck</a:t>
            </a:r>
            <a:endParaRPr lang="zh-CN" altLang="en-US" sz="3200" dirty="0">
              <a:latin typeface="Cambria" panose="020405030504060302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A92BA94-BEFE-64BF-0D0C-EEB12B12FF52}"/>
              </a:ext>
            </a:extLst>
          </p:cNvPr>
          <p:cNvSpPr txBox="1"/>
          <p:nvPr/>
        </p:nvSpPr>
        <p:spPr>
          <a:xfrm>
            <a:off x="946191" y="1132404"/>
            <a:ext cx="60949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b="1" dirty="0">
                <a:latin typeface="Cambria" panose="02040503050406030204" pitchFamily="18" charset="0"/>
              </a:rPr>
              <a:t>What v0 assumed</a:t>
            </a:r>
          </a:p>
          <a:p>
            <a:pPr rtl="0">
              <a:buNone/>
            </a:pPr>
            <a:r>
              <a:rPr lang="zh-CN" altLang="zh-CN" dirty="0">
                <a:latin typeface="Cambria" panose="02040503050406030204" pitchFamily="18" charset="0"/>
              </a:rPr>
              <a:t>Simple comparison</a:t>
            </a:r>
          </a:p>
          <a:p>
            <a:pPr rtl="0">
              <a:buNone/>
            </a:pPr>
            <a:r>
              <a:rPr lang="zh-CN" altLang="zh-CN" dirty="0">
                <a:latin typeface="Cambria" panose="02040503050406030204" pitchFamily="18" charset="0"/>
              </a:rPr>
              <a:t>x &gt; y</a:t>
            </a:r>
          </a:p>
          <a:p>
            <a:pPr rtl="0">
              <a:buNone/>
            </a:pPr>
            <a:endParaRPr lang="zh-CN" altLang="zh-CN" dirty="0">
              <a:latin typeface="Cambria" panose="02040503050406030204" pitchFamily="18" charset="0"/>
            </a:endParaRPr>
          </a:p>
          <a:p>
            <a:pPr rtl="0">
              <a:buNone/>
            </a:pPr>
            <a:r>
              <a:rPr lang="zh-CN" altLang="zh-CN" dirty="0">
                <a:latin typeface="Cambria" panose="02040503050406030204" pitchFamily="18" charset="0"/>
              </a:rPr>
              <a:t>Variables can be directly assigned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F0CDF5-CAA4-477D-0FC2-46327324AF90}"/>
              </a:ext>
            </a:extLst>
          </p:cNvPr>
          <p:cNvSpPr txBox="1"/>
          <p:nvPr/>
        </p:nvSpPr>
        <p:spPr>
          <a:xfrm>
            <a:off x="946191" y="2722052"/>
            <a:ext cx="609499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b="1" dirty="0">
                <a:latin typeface="Cambria" panose="02040503050406030204" pitchFamily="18" charset="0"/>
              </a:rPr>
              <a:t>What real patches contain</a:t>
            </a:r>
          </a:p>
          <a:p>
            <a:pPr rtl="0">
              <a:buNone/>
            </a:pPr>
            <a:r>
              <a:rPr lang="zh-CN" altLang="zh-CN" dirty="0">
                <a:latin typeface="Cambria" panose="02040503050406030204" pitchFamily="18" charset="0"/>
              </a:rPr>
              <a:t>Expressions</a:t>
            </a:r>
          </a:p>
          <a:p>
            <a:pPr rtl="0">
              <a:buNone/>
            </a:pPr>
            <a:r>
              <a:rPr lang="zh-CN" altLang="zh-CN" dirty="0">
                <a:latin typeface="Cambria" panose="02040503050406030204" pitchFamily="18" charset="0"/>
              </a:rPr>
              <a:t>Fields</a:t>
            </a:r>
          </a:p>
          <a:p>
            <a:pPr rtl="0">
              <a:buNone/>
            </a:pPr>
            <a:r>
              <a:rPr lang="zh-CN" altLang="zh-CN" dirty="0">
                <a:latin typeface="Cambria" panose="02040503050406030204" pitchFamily="18" charset="0"/>
              </a:rPr>
              <a:t>array.length</a:t>
            </a:r>
          </a:p>
          <a:p>
            <a:pPr rtl="0">
              <a:buNone/>
            </a:pPr>
            <a:r>
              <a:rPr lang="zh-CN" altLang="zh-CN" dirty="0">
                <a:latin typeface="Cambria" panose="02040503050406030204" pitchFamily="18" charset="0"/>
              </a:rPr>
              <a:t>Constants</a:t>
            </a:r>
          </a:p>
          <a:p>
            <a:pPr rtl="0">
              <a:buNone/>
            </a:pPr>
            <a:r>
              <a:rPr lang="zh-CN" altLang="zh-CN" dirty="0">
                <a:latin typeface="Cambria" panose="02040503050406030204" pitchFamily="18" charset="0"/>
              </a:rPr>
              <a:t>Compound predicates</a:t>
            </a:r>
          </a:p>
          <a:p>
            <a:pPr rtl="0">
              <a:buNone/>
            </a:pPr>
            <a:r>
              <a:rPr lang="zh-CN" altLang="zh-CN" dirty="0">
                <a:latin typeface="Cambria" panose="02040503050406030204" pitchFamily="18" charset="0"/>
              </a:rPr>
              <a:t>Internal state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0BA4C67-ED91-4346-6107-9D47DB7C1944}"/>
              </a:ext>
            </a:extLst>
          </p:cNvPr>
          <p:cNvSpPr txBox="1"/>
          <p:nvPr/>
        </p:nvSpPr>
        <p:spPr>
          <a:xfrm>
            <a:off x="946191" y="5079265"/>
            <a:ext cx="103107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latin typeface="Cambria" panose="02040503050406030204" pitchFamily="18" charset="0"/>
              </a:rPr>
              <a:t>Predicate extraction is not enough.</a:t>
            </a:r>
            <a:br>
              <a:rPr lang="zh-CN" altLang="zh-CN" b="1" dirty="0">
                <a:latin typeface="Cambria" panose="02040503050406030204" pitchFamily="18" charset="0"/>
              </a:rPr>
            </a:br>
            <a:r>
              <a:rPr lang="zh-CN" altLang="zh-CN" dirty="0">
                <a:latin typeface="Cambria" panose="02040503050406030204" pitchFamily="18" charset="0"/>
              </a:rPr>
              <a:t>We need to determine how predicate values can be controlled through executable program inputs.</a:t>
            </a:r>
            <a:endParaRPr lang="zh-CN" altLang="en-US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924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A7619D-CBB3-C7F8-61F0-DBEA51DC6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861"/>
            <a:ext cx="10198666" cy="817188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Cambria" panose="02040503050406030204" pitchFamily="18" charset="0"/>
                <a:ea typeface="Cambria" panose="02040503050406030204" pitchFamily="18" charset="0"/>
              </a:rPr>
              <a:t>Next Steps:</a:t>
            </a:r>
            <a:endParaRPr lang="zh-CN" altLang="en-US" sz="3200" dirty="0">
              <a:latin typeface="Cambria" panose="020405030504060302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CDD390-7E49-750A-857D-307606489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9355"/>
            <a:ext cx="8257355" cy="56643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zh-CN" sz="2400" dirty="0">
                <a:latin typeface="Cambria" panose="02040503050406030204" pitchFamily="18" charset="0"/>
              </a:rPr>
              <a:t>Immediate</a:t>
            </a:r>
            <a:endParaRPr lang="en-US" altLang="zh-C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1.Define a small supported predicate grammar. </a:t>
            </a:r>
          </a:p>
          <a:p>
            <a:pPr marL="0" indent="0">
              <a:buNone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2.Classify predicate operands. </a:t>
            </a:r>
          </a:p>
          <a:p>
            <a:pPr marL="0" indent="0">
              <a:buNone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3.Analyze input controllability. </a:t>
            </a:r>
          </a:p>
          <a:p>
            <a:pPr marL="0" indent="0">
              <a:buNone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4.Support one predicate family systematically. </a:t>
            </a:r>
          </a:p>
          <a:p>
            <a:pPr marL="0" indent="0">
              <a:buNone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5.Re-run the same generalization set.</a:t>
            </a:r>
          </a:p>
          <a:p>
            <a:pPr marL="0" indent="0">
              <a:buNone/>
            </a:pPr>
            <a:endParaRPr lang="en-US" altLang="zh-C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Later</a:t>
            </a:r>
          </a:p>
          <a:p>
            <a:pPr marL="0" indent="0">
              <a:buNone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Execution Evidence      +Static Evidence       </a:t>
            </a:r>
          </a:p>
          <a:p>
            <a:pPr marL="0" indent="0">
              <a:buNone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		↓</a:t>
            </a:r>
          </a:p>
          <a:p>
            <a:pPr marL="0" indent="0">
              <a:buNone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Static / Execution / Hybrid comparison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31045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E06CCB-FD28-1FC7-38FC-AE37BB8F3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827" y="442639"/>
            <a:ext cx="10474345" cy="770463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Cambria" panose="02040503050406030204" pitchFamily="18" charset="0"/>
                <a:ea typeface="Cambria" panose="02040503050406030204" pitchFamily="18" charset="0"/>
              </a:rPr>
              <a:t>Questions</a:t>
            </a:r>
            <a:endParaRPr lang="zh-CN" altLang="en-US" sz="3200" dirty="0">
              <a:latin typeface="Cambria" panose="020405030504060302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9F7903-5E01-97A4-774E-27285D56A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860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latin typeface="Cambria" panose="02040503050406030204" pitchFamily="18" charset="0"/>
              </a:rPr>
              <a:t>Q1. Is predicate-to-input mapping a reasonable main technical problem for the execution-aware direction?</a:t>
            </a:r>
          </a:p>
          <a:p>
            <a:pPr marL="0" indent="0">
              <a:buNone/>
            </a:pPr>
            <a:r>
              <a:rPr lang="en-US" altLang="zh-CN" dirty="0">
                <a:latin typeface="Cambria" panose="02040503050406030204" pitchFamily="18" charset="0"/>
              </a:rPr>
              <a:t>Q2. Should I first systematically support a small number of predicate families?</a:t>
            </a:r>
          </a:p>
          <a:p>
            <a:pPr marL="0" indent="0">
              <a:buNone/>
            </a:pPr>
            <a:r>
              <a:rPr lang="en-US" altLang="zh-CN" dirty="0">
                <a:latin typeface="Cambria" panose="02040503050406030204" pitchFamily="18" charset="0"/>
              </a:rPr>
              <a:t>Q3. Should I prioritize controllability analysis before expanding the patch dataset?</a:t>
            </a:r>
            <a:endParaRPr lang="zh-CN" altLang="en-US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733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2497</TotalTime>
  <Words>999</Words>
  <Application>Microsoft Office PowerPoint</Application>
  <PresentationFormat>宽屏</PresentationFormat>
  <Paragraphs>127</Paragraphs>
  <Slides>10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Arial</vt:lpstr>
      <vt:lpstr>Cambria</vt:lpstr>
      <vt:lpstr>Office 主题​​</vt:lpstr>
      <vt:lpstr>Progress Report</vt:lpstr>
      <vt:lpstr>Done</vt:lpstr>
      <vt:lpstr>Current Research Question</vt:lpstr>
      <vt:lpstr>Execution Feasibility Pilot</vt:lpstr>
      <vt:lpstr>Chart-13 Behavior Probe</vt:lpstr>
      <vt:lpstr>What the Pilot Does / Does Not Show</vt:lpstr>
      <vt:lpstr>Generalization Pilot Results</vt:lpstr>
      <vt:lpstr>Current Bottleneck</vt:lpstr>
      <vt:lpstr>Next Steps: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Xihao Yang</dc:creator>
  <cp:lastModifiedBy>Xihao Yang</cp:lastModifiedBy>
  <cp:revision>1</cp:revision>
  <dcterms:created xsi:type="dcterms:W3CDTF">2026-09-27T12:23:22Z</dcterms:created>
  <dcterms:modified xsi:type="dcterms:W3CDTF">2026-10-05T14:50:37Z</dcterms:modified>
</cp:coreProperties>
</file>